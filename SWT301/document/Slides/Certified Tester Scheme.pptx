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  <p:sldMasterId id="2147483676" r:id="rId2"/>
  </p:sldMasterIdLst>
  <p:notesMasterIdLst>
    <p:notesMasterId r:id="rId4"/>
  </p:notesMasterIdLst>
  <p:sldIdLst>
    <p:sldId id="279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CFB79-D300-4D62-B1BB-417A70210E0C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28F83-BFBF-48E5-9812-FA471493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6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 userDrawn="1"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 smtClean="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153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3418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992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740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5807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523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28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443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4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2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07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37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5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96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61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03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972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 userDrawn="1"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1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5" r:id="rId7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810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1350" y="10499"/>
            <a:ext cx="6956184" cy="1052161"/>
          </a:xfrm>
        </p:spPr>
        <p:txBody>
          <a:bodyPr/>
          <a:lstStyle/>
          <a:p>
            <a:r>
              <a:rPr lang="en-US" dirty="0" smtClean="0"/>
              <a:t>ISTQB Certified </a:t>
            </a:r>
            <a:r>
              <a:rPr lang="en-US" dirty="0"/>
              <a:t>Tester Scheme</a:t>
            </a:r>
          </a:p>
        </p:txBody>
      </p:sp>
      <p:pic>
        <p:nvPicPr>
          <p:cNvPr id="5" name="Picture 4" descr="https://www.istqb.org/static/certified-tester-scheme-desktop-e863f30f10aa08bbc3d4b428d4dac33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" y="574766"/>
            <a:ext cx="9013363" cy="6783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985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E47A677D-E52F-45FC-9090-F05AAD03D818}" vid="{B9C4DED7-E0BA-4BCD-B007-94155436C63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1087</TotalTime>
  <Words>4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Myriad Pro</vt:lpstr>
      <vt:lpstr>Arial</vt:lpstr>
      <vt:lpstr>Calibri</vt:lpstr>
      <vt:lpstr>Theme</vt:lpstr>
      <vt:lpstr>Custom Design</vt:lpstr>
      <vt:lpstr>ISTQB Certified Tester Scheme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The essential of software requirement</dc:title>
  <dc:creator>Huong</dc:creator>
  <cp:lastModifiedBy>NhanDT2</cp:lastModifiedBy>
  <cp:revision>44</cp:revision>
  <dcterms:created xsi:type="dcterms:W3CDTF">2018-04-12T06:52:22Z</dcterms:created>
  <dcterms:modified xsi:type="dcterms:W3CDTF">2022-05-23T07:53:43Z</dcterms:modified>
</cp:coreProperties>
</file>