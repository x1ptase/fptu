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  <p:sldMasterId id="2147483676" r:id="rId2"/>
  </p:sldMasterIdLst>
  <p:notesMasterIdLst>
    <p:notesMasterId r:id="rId10"/>
  </p:notesMasterIdLst>
  <p:sldIdLst>
    <p:sldId id="257" r:id="rId3"/>
    <p:sldId id="258" r:id="rId4"/>
    <p:sldId id="277" r:id="rId5"/>
    <p:sldId id="274" r:id="rId6"/>
    <p:sldId id="275" r:id="rId7"/>
    <p:sldId id="276" r:id="rId8"/>
    <p:sldId id="27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CFB79-D300-4D62-B1BB-417A70210E0C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28F83-BFBF-48E5-9812-FA471493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6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 userDrawn="1"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153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341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992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740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5807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23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476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8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443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40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23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07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37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5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96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61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036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97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 userDrawn="1"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810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189" y="2081348"/>
            <a:ext cx="7827270" cy="1467080"/>
          </a:xfrm>
        </p:spPr>
        <p:txBody>
          <a:bodyPr>
            <a:normAutofit/>
          </a:bodyPr>
          <a:lstStyle/>
          <a:p>
            <a:r>
              <a:rPr lang="en-US" sz="4400" dirty="0"/>
              <a:t>Contents at a glance</a:t>
            </a:r>
            <a:r>
              <a:rPr lang="en-US" sz="4400" dirty="0" smtClean="0"/>
              <a:t> </a:t>
            </a:r>
            <a:br>
              <a:rPr lang="en-US" sz="4400" dirty="0" smtClean="0"/>
            </a:br>
            <a:r>
              <a:rPr lang="en-US" sz="4400" dirty="0" smtClean="0"/>
              <a:t>about software requirement </a:t>
            </a:r>
            <a:endParaRPr lang="en-US" sz="44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 smtClean="0">
                <a:solidFill>
                  <a:srgbClr val="FFC000"/>
                </a:solidFill>
              </a:rPr>
              <a:t>GV: ĐỖ TẤN NHÀN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45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smtClean="0"/>
              <a:t>Waterfall Model</a:t>
            </a:r>
            <a:endParaRPr lang="en-US" sz="3200" dirty="0"/>
          </a:p>
        </p:txBody>
      </p:sp>
      <p:pic>
        <p:nvPicPr>
          <p:cNvPr id="4" name="Picture 3" descr="al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78" y="1091217"/>
            <a:ext cx="8625852" cy="5355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329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smtClean="0"/>
              <a:t>V-Mode Model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12" y="1078920"/>
            <a:ext cx="8670343" cy="54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4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err="1" smtClean="0"/>
              <a:t>Interative</a:t>
            </a:r>
            <a:r>
              <a:rPr lang="en-US" dirty="0" smtClean="0"/>
              <a:t> Development Model</a:t>
            </a:r>
            <a:endParaRPr lang="en-US" sz="3200" dirty="0"/>
          </a:p>
        </p:txBody>
      </p:sp>
      <p:pic>
        <p:nvPicPr>
          <p:cNvPr id="5" name="Picture 4" descr="al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03" y="1108879"/>
            <a:ext cx="8958927" cy="39955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619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smtClean="0"/>
              <a:t>Incremental Model</a:t>
            </a:r>
            <a:endParaRPr lang="en-US" sz="3200" dirty="0"/>
          </a:p>
        </p:txBody>
      </p:sp>
      <p:pic>
        <p:nvPicPr>
          <p:cNvPr id="5" name="Picture 4" descr="al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3" y="1111170"/>
            <a:ext cx="9007577" cy="5428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862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204" y="0"/>
            <a:ext cx="6725796" cy="809897"/>
          </a:xfrm>
        </p:spPr>
        <p:txBody>
          <a:bodyPr/>
          <a:lstStyle/>
          <a:p>
            <a:r>
              <a:rPr lang="en-US" dirty="0" smtClean="0"/>
              <a:t>Rapid Application Development Model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038225"/>
            <a:ext cx="8891588" cy="538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6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smtClean="0"/>
              <a:t>Agile Model</a:t>
            </a:r>
            <a:endParaRPr lang="en-US" sz="3200" dirty="0"/>
          </a:p>
        </p:txBody>
      </p:sp>
      <p:pic>
        <p:nvPicPr>
          <p:cNvPr id="3" name="Picture 2" descr="al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20" y="1010194"/>
            <a:ext cx="8959710" cy="5517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92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E47A677D-E52F-45FC-9090-F05AAD03D818}" vid="{B9C4DED7-E0BA-4BCD-B007-94155436C63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999</TotalTime>
  <Words>24</Words>
  <Application>Microsoft Office PowerPoint</Application>
  <PresentationFormat>On-screen Show (4:3)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Myriad Pro</vt:lpstr>
      <vt:lpstr>Arial</vt:lpstr>
      <vt:lpstr>Calibri</vt:lpstr>
      <vt:lpstr>Theme</vt:lpstr>
      <vt:lpstr>Custom Design</vt:lpstr>
      <vt:lpstr>Contents at a glance  about software requirement </vt:lpstr>
      <vt:lpstr>Waterfall Model</vt:lpstr>
      <vt:lpstr>V-Mode Model</vt:lpstr>
      <vt:lpstr>Interative Development Model</vt:lpstr>
      <vt:lpstr>Incremental Model</vt:lpstr>
      <vt:lpstr>Rapid Application Development Model</vt:lpstr>
      <vt:lpstr>Agile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The essential of software requirement </dc:title>
  <dc:creator>Huong</dc:creator>
  <cp:lastModifiedBy>NhanDT2</cp:lastModifiedBy>
  <cp:revision>37</cp:revision>
  <dcterms:created xsi:type="dcterms:W3CDTF">2018-04-12T06:52:22Z</dcterms:created>
  <dcterms:modified xsi:type="dcterms:W3CDTF">2022-05-15T23:43:15Z</dcterms:modified>
</cp:coreProperties>
</file>