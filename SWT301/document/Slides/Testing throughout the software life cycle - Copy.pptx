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5" r:id="rId1"/>
    <p:sldMasterId id="2147483676" r:id="rId2"/>
  </p:sldMasterIdLst>
  <p:notesMasterIdLst>
    <p:notesMasterId r:id="rId11"/>
  </p:notesMasterIdLst>
  <p:sldIdLst>
    <p:sldId id="257" r:id="rId3"/>
    <p:sldId id="279" r:id="rId4"/>
    <p:sldId id="258" r:id="rId5"/>
    <p:sldId id="277" r:id="rId6"/>
    <p:sldId id="274" r:id="rId7"/>
    <p:sldId id="275" r:id="rId8"/>
    <p:sldId id="276" r:id="rId9"/>
    <p:sldId id="27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3" autoAdjust="0"/>
    <p:restoredTop sz="94660"/>
  </p:normalViewPr>
  <p:slideViewPr>
    <p:cSldViewPr snapToGrid="0">
      <p:cViewPr varScale="1">
        <p:scale>
          <a:sx n="66" d="100"/>
          <a:sy n="66" d="100"/>
        </p:scale>
        <p:origin x="63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CFB79-D300-4D62-B1BB-417A70210E0C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28F83-BFBF-48E5-9812-FA471493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769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35430" y="415492"/>
            <a:ext cx="174171" cy="194108"/>
          </a:xfrm>
          <a:prstGeom prst="rect">
            <a:avLst/>
          </a:prstGeom>
          <a:solidFill>
            <a:srgbClr val="FF5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228600"/>
            <a:ext cx="5638800" cy="457200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rgbClr val="F47206"/>
                </a:solidFill>
                <a:latin typeface="Myriad Pro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7" name="Straight Connector 6"/>
          <p:cNvCxnSpPr/>
          <p:nvPr/>
        </p:nvCxnSpPr>
        <p:spPr>
          <a:xfrm>
            <a:off x="601134" y="997155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828" y="194689"/>
            <a:ext cx="2142909" cy="802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/>
          <p:cNvSpPr txBox="1">
            <a:spLocks/>
          </p:cNvSpPr>
          <p:nvPr userDrawn="1"/>
        </p:nvSpPr>
        <p:spPr>
          <a:xfrm>
            <a:off x="2225842" y="0"/>
            <a:ext cx="6811691" cy="997155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r>
              <a:rPr lang="en-US" sz="3200" smtClean="0"/>
              <a:t>Click to edit Master title style</a:t>
            </a:r>
            <a:endParaRPr lang="en-US" sz="3200" dirty="0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8727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1535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25842" y="1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51495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3418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25842" y="0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0180" y="1191125"/>
            <a:ext cx="7772399" cy="51254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9921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33863" y="0"/>
            <a:ext cx="6811691" cy="91440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8201" y="1230714"/>
            <a:ext cx="7772399" cy="49570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740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109854" y="0"/>
            <a:ext cx="6927680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697832" y="1191125"/>
            <a:ext cx="7904747" cy="51254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5807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225842" y="0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7043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5234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2514601"/>
            <a:ext cx="6686549" cy="2262781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4777380"/>
            <a:ext cx="6686549" cy="1126283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771210" y="6130437"/>
            <a:ext cx="859712" cy="370396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41910" y="6135809"/>
            <a:ext cx="571499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4529541"/>
            <a:ext cx="584825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8476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842" y="10499"/>
            <a:ext cx="6811691" cy="105216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7043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55042" y="6130437"/>
            <a:ext cx="1347537" cy="370396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0180" y="6135809"/>
            <a:ext cx="682673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284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34431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40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423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3071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372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55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8962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0619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4036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0972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66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29" y="42289"/>
            <a:ext cx="2258580" cy="845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itle 1"/>
          <p:cNvSpPr txBox="1">
            <a:spLocks/>
          </p:cNvSpPr>
          <p:nvPr/>
        </p:nvSpPr>
        <p:spPr>
          <a:xfrm>
            <a:off x="2438400" y="301627"/>
            <a:ext cx="6705600" cy="68897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0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endParaRPr lang="en-US" sz="2700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1134" y="997155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 userDrawn="1"/>
        </p:nvSpPr>
        <p:spPr>
          <a:xfrm>
            <a:off x="2225842" y="166909"/>
            <a:ext cx="6811691" cy="1326753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11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</p:sldLayoutIdLst>
  <p:timing>
    <p:tnLst>
      <p:par>
        <p:cTn id="1" dur="indefinite" restart="never" nodeType="tmRoot"/>
      </p:par>
    </p:tnLst>
  </p:timing>
  <p:txStyles>
    <p:titleStyle>
      <a:lvl1pPr algn="ctr" defTabSz="685800" rtl="0" eaLnBrk="1" latinLnBrk="0" hangingPunct="1">
        <a:spcBef>
          <a:spcPct val="0"/>
        </a:spcBef>
        <a:buNone/>
        <a:defRPr sz="1500" b="1" kern="1200">
          <a:solidFill>
            <a:srgbClr val="0066B2"/>
          </a:solidFill>
          <a:latin typeface="Myriad Pro" pitchFamily="34" charset="0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28" y="184834"/>
            <a:ext cx="2214339" cy="829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295400" y="304800"/>
            <a:ext cx="7781904" cy="690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6810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iming>
    <p:tnLst>
      <p:par>
        <p:cTn id="1" dur="indefinite" restart="never" nodeType="tmRoot"/>
      </p:par>
    </p:tnLst>
  </p:timing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189" y="2081348"/>
            <a:ext cx="7827270" cy="1467080"/>
          </a:xfrm>
        </p:spPr>
        <p:txBody>
          <a:bodyPr>
            <a:normAutofit/>
          </a:bodyPr>
          <a:lstStyle/>
          <a:p>
            <a:r>
              <a:rPr lang="en-US" sz="4400" dirty="0" smtClean="0"/>
              <a:t>Testing </a:t>
            </a:r>
            <a:r>
              <a:rPr lang="en-US" sz="4400" dirty="0"/>
              <a:t>throughout the software life cycle </a:t>
            </a:r>
            <a:endParaRPr lang="en-US" sz="4400" i="1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451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/>
              <a:t>Waterfall </a:t>
            </a:r>
            <a:r>
              <a:rPr lang="en-US" sz="4000" dirty="0" smtClean="0"/>
              <a:t>Model</a:t>
            </a:r>
          </a:p>
          <a:p>
            <a:r>
              <a:rPr lang="en-US" sz="4000" dirty="0"/>
              <a:t>V-Mode </a:t>
            </a:r>
            <a:r>
              <a:rPr lang="en-US" sz="4000" dirty="0" smtClean="0"/>
              <a:t>Model</a:t>
            </a:r>
          </a:p>
          <a:p>
            <a:r>
              <a:rPr lang="en-US" sz="4000" dirty="0" err="1" smtClean="0"/>
              <a:t>Interative</a:t>
            </a:r>
            <a:r>
              <a:rPr lang="en-US" sz="4000" dirty="0" smtClean="0"/>
              <a:t> </a:t>
            </a:r>
            <a:r>
              <a:rPr lang="en-US" sz="4000" dirty="0"/>
              <a:t>Development </a:t>
            </a:r>
            <a:r>
              <a:rPr lang="en-US" sz="4000" dirty="0" smtClean="0"/>
              <a:t>Model</a:t>
            </a:r>
          </a:p>
          <a:p>
            <a:r>
              <a:rPr lang="en-US" sz="4000" dirty="0"/>
              <a:t>Incremental </a:t>
            </a:r>
            <a:r>
              <a:rPr lang="en-US" sz="4000" dirty="0" smtClean="0"/>
              <a:t>Model</a:t>
            </a:r>
          </a:p>
          <a:p>
            <a:r>
              <a:rPr lang="en-US" sz="4000" dirty="0"/>
              <a:t>Rapid Application Development Model</a:t>
            </a:r>
            <a:endParaRPr lang="en-US" sz="4000" dirty="0" smtClean="0"/>
          </a:p>
          <a:p>
            <a:r>
              <a:rPr lang="en-US" sz="4000" dirty="0"/>
              <a:t>Agile Model</a:t>
            </a:r>
          </a:p>
        </p:txBody>
      </p:sp>
    </p:spTree>
    <p:extLst>
      <p:ext uri="{BB962C8B-B14F-4D97-AF65-F5344CB8AC3E}">
        <p14:creationId xmlns:p14="http://schemas.microsoft.com/office/powerpoint/2010/main" val="3469852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1639" y="200297"/>
            <a:ext cx="6811691" cy="809897"/>
          </a:xfrm>
        </p:spPr>
        <p:txBody>
          <a:bodyPr/>
          <a:lstStyle/>
          <a:p>
            <a:r>
              <a:rPr lang="en-US" dirty="0" smtClean="0"/>
              <a:t>Waterfall Model</a:t>
            </a:r>
            <a:endParaRPr lang="en-US" sz="3200" dirty="0"/>
          </a:p>
        </p:txBody>
      </p:sp>
      <p:pic>
        <p:nvPicPr>
          <p:cNvPr id="4" name="Picture 3" descr="alt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478" y="1091217"/>
            <a:ext cx="8625852" cy="53558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3296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1639" y="200297"/>
            <a:ext cx="6811691" cy="809897"/>
          </a:xfrm>
        </p:spPr>
        <p:txBody>
          <a:bodyPr/>
          <a:lstStyle/>
          <a:p>
            <a:r>
              <a:rPr lang="en-US" dirty="0" smtClean="0"/>
              <a:t>V-Mode Model</a:t>
            </a:r>
            <a:endParaRPr lang="en-US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12" y="1078920"/>
            <a:ext cx="8670343" cy="546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248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1639" y="200297"/>
            <a:ext cx="6811691" cy="809897"/>
          </a:xfrm>
        </p:spPr>
        <p:txBody>
          <a:bodyPr/>
          <a:lstStyle/>
          <a:p>
            <a:r>
              <a:rPr lang="en-US" dirty="0" err="1" smtClean="0"/>
              <a:t>Interative</a:t>
            </a:r>
            <a:r>
              <a:rPr lang="en-US" dirty="0" smtClean="0"/>
              <a:t> Development Model</a:t>
            </a:r>
            <a:endParaRPr lang="en-US" sz="3200" dirty="0"/>
          </a:p>
        </p:txBody>
      </p:sp>
      <p:pic>
        <p:nvPicPr>
          <p:cNvPr id="5" name="Picture 4" descr="alt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03" y="1108879"/>
            <a:ext cx="8958927" cy="39955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86196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1639" y="200297"/>
            <a:ext cx="6811691" cy="809897"/>
          </a:xfrm>
        </p:spPr>
        <p:txBody>
          <a:bodyPr/>
          <a:lstStyle/>
          <a:p>
            <a:r>
              <a:rPr lang="en-US" dirty="0" smtClean="0"/>
              <a:t>Incremental Model</a:t>
            </a:r>
            <a:endParaRPr lang="en-US" sz="3200" dirty="0"/>
          </a:p>
        </p:txBody>
      </p:sp>
      <p:pic>
        <p:nvPicPr>
          <p:cNvPr id="5" name="Picture 4" descr="alt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53" y="1111170"/>
            <a:ext cx="9007577" cy="54285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8628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8204" y="0"/>
            <a:ext cx="6725796" cy="809897"/>
          </a:xfrm>
        </p:spPr>
        <p:txBody>
          <a:bodyPr/>
          <a:lstStyle/>
          <a:p>
            <a:r>
              <a:rPr lang="en-US" dirty="0" smtClean="0"/>
              <a:t>Rapid Application Development Model</a:t>
            </a:r>
            <a:endParaRPr lang="en-US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2" y="1038225"/>
            <a:ext cx="8891588" cy="538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168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1639" y="200297"/>
            <a:ext cx="6811691" cy="809897"/>
          </a:xfrm>
        </p:spPr>
        <p:txBody>
          <a:bodyPr/>
          <a:lstStyle/>
          <a:p>
            <a:r>
              <a:rPr lang="en-US" dirty="0" smtClean="0"/>
              <a:t>Agile Model</a:t>
            </a:r>
            <a:endParaRPr lang="en-US" sz="3200" dirty="0"/>
          </a:p>
        </p:txBody>
      </p:sp>
      <p:pic>
        <p:nvPicPr>
          <p:cNvPr id="3" name="Picture 2" descr="alt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20" y="1010194"/>
            <a:ext cx="8959710" cy="55179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1921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" id="{E47A677D-E52F-45FC-9090-F05AAD03D818}" vid="{B9C4DED7-E0BA-4BCD-B007-94155436C635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1004</TotalTime>
  <Words>37</Words>
  <Application>Microsoft Office PowerPoint</Application>
  <PresentationFormat>On-screen Show (4:3)</PresentationFormat>
  <Paragraphs>14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Myriad Pro</vt:lpstr>
      <vt:lpstr>Arial</vt:lpstr>
      <vt:lpstr>Calibri</vt:lpstr>
      <vt:lpstr>Theme</vt:lpstr>
      <vt:lpstr>Custom Design</vt:lpstr>
      <vt:lpstr>Testing throughout the software life cycle </vt:lpstr>
      <vt:lpstr>Models</vt:lpstr>
      <vt:lpstr>Waterfall Model</vt:lpstr>
      <vt:lpstr>V-Mode Model</vt:lpstr>
      <vt:lpstr>Interative Development Model</vt:lpstr>
      <vt:lpstr>Incremental Model</vt:lpstr>
      <vt:lpstr>Rapid Application Development Model</vt:lpstr>
      <vt:lpstr>Agile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The essential of software requirement</dc:title>
  <dc:creator>Huong</dc:creator>
  <cp:lastModifiedBy>NhanDT2</cp:lastModifiedBy>
  <cp:revision>38</cp:revision>
  <dcterms:created xsi:type="dcterms:W3CDTF">2018-04-12T06:52:22Z</dcterms:created>
  <dcterms:modified xsi:type="dcterms:W3CDTF">2022-05-15T23:47:36Z</dcterms:modified>
</cp:coreProperties>
</file>