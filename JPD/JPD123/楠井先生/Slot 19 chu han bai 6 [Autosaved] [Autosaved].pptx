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4"/>
  </p:notesMasterIdLst>
  <p:sldIdLst>
    <p:sldId id="270" r:id="rId2"/>
    <p:sldId id="274" r:id="rId3"/>
    <p:sldId id="285" r:id="rId4"/>
    <p:sldId id="303" r:id="rId5"/>
    <p:sldId id="286" r:id="rId6"/>
    <p:sldId id="304" r:id="rId7"/>
    <p:sldId id="287" r:id="rId8"/>
    <p:sldId id="305" r:id="rId9"/>
    <p:sldId id="300" r:id="rId10"/>
    <p:sldId id="306" r:id="rId11"/>
    <p:sldId id="288" r:id="rId12"/>
    <p:sldId id="307" r:id="rId13"/>
    <p:sldId id="315" r:id="rId14"/>
    <p:sldId id="316" r:id="rId15"/>
    <p:sldId id="289" r:id="rId16"/>
    <p:sldId id="309" r:id="rId17"/>
    <p:sldId id="290" r:id="rId18"/>
    <p:sldId id="310" r:id="rId19"/>
    <p:sldId id="294" r:id="rId20"/>
    <p:sldId id="311" r:id="rId21"/>
    <p:sldId id="295" r:id="rId22"/>
    <p:sldId id="312" r:id="rId23"/>
    <p:sldId id="302" r:id="rId24"/>
    <p:sldId id="296" r:id="rId25"/>
    <p:sldId id="313" r:id="rId26"/>
    <p:sldId id="298" r:id="rId27"/>
    <p:sldId id="314" r:id="rId28"/>
    <p:sldId id="297" r:id="rId29"/>
    <p:sldId id="299" r:id="rId30"/>
    <p:sldId id="308" r:id="rId31"/>
    <p:sldId id="301" r:id="rId32"/>
    <p:sldId id="317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5" autoAdjust="0"/>
    <p:restoredTop sz="94660"/>
  </p:normalViewPr>
  <p:slideViewPr>
    <p:cSldViewPr>
      <p:cViewPr varScale="1">
        <p:scale>
          <a:sx n="62" d="100"/>
          <a:sy n="62" d="100"/>
        </p:scale>
        <p:origin x="1308" y="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D9F75-A962-4055-86C5-C95CDF8EA3D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8BED6-712C-4703-A4D0-B0FADCE546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FA085DF-1272-4F00-94FB-99B5A57F3BDF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FD75-2B86-71ED-4656-7D4055A80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E2EA2-84FF-01BB-DA4A-AAD360443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39EF5-7E08-0505-AD0A-ACD323AFC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69FBF-E77C-8223-46DB-587392106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26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5D7A2-0892-28F9-8ABA-C6231494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74B66-7BDB-47E8-E078-EBB6822A1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1354B-DE9A-4DFE-09ED-DA7CC2A33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95931-D6FF-C4D2-CDE8-3B81BADB26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22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991BB-C8C1-2650-FDE5-E45728B56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C6B07-A9D5-F18A-58A8-80A3F45D1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D3855-D6C4-7222-36C4-B7A1EF58B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64D61-3DCB-F6E5-DB58-652FD2752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84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A53FC-BB73-AC82-FF64-A81FDCBE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41BF9-EC3A-23A6-643B-64F181035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EF0C3-894E-E7E6-6670-C5BA10EC9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555FE-F8CE-8D4B-ACC3-8AD4F8B7E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03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9522-7FC0-77E2-F486-0E769BA30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66710-1A7A-F6A4-746A-914F3CD5A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EDF64-9ED8-C433-E042-FDF181941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67F39-06D4-E9DF-0789-DE3BF39C5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36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B01D-914D-FDA7-D6CB-A54B9D66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EFB3E-FB39-E188-E0D8-137412ACF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1143F-FFBA-4D88-2792-A99F3F01F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D07E7-CD50-0354-1FC5-5646E3D23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90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CA51-FB71-342C-6A27-936B1911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91915-9FBC-89EB-6A56-9FE20E670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83D04-AC45-D378-8C08-6DC78DB57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41378-2231-6069-98AB-02DC536F06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67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8AFF1-8C7A-A8C3-1D96-C5335D64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D5DE4-13C2-53BD-9E2D-66858BD4B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6F219-6701-8923-C206-313575722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8CD62-D4F5-C0C6-A089-2497AF631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53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1B79-9404-E24E-6A11-0097C419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2E9AD-0C05-FE7A-3527-872FE7C3C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16C1E-699E-EA5C-C8B7-46B0EDDBD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C50F1-27A1-D1DA-5A30-ABBA7C939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355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0B83-4B67-B5D1-0EC6-00EB1D727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DF1CB-7FD3-826B-78C1-AEEE68460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C56ED-5498-BF4A-43BD-8CF5A6B80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08948-310D-0F11-9C24-85508F292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829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CF1B-746C-E519-F272-2AA7B947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80139-FFCB-52AF-13A1-00FB3DF65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67FC8-9488-C9C3-F205-13C77D01F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CAF5B-73B1-97B5-0664-7A0491B4D9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466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C8FD-1FD6-5B24-5BE5-5F1FDE1F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5CDAD-AA51-F8DE-5D19-9B5B1157F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9F9B9-1666-E241-2E4B-8713C65C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8345A-06BB-237D-8A49-F888BA7CF4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609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8BED6-712C-4703-A4D0-B0FADCE546F5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710D7-0FF9-4BDB-9C40-374127404801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FA22B-BF9E-4ECB-8238-C544F5E4BEC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gi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7772400" cy="1470025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ja-JP" altLang="en-US" sz="7200"/>
              <a:t>漢字たまご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67000"/>
            <a:ext cx="6400800" cy="1752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ja-JP" altLang="en-US" sz="5400">
                <a:solidFill>
                  <a:schemeClr val="tx1"/>
                </a:solidFill>
              </a:rPr>
              <a:t>第</a:t>
            </a:r>
            <a:r>
              <a:rPr lang="en-US" altLang="ja-JP" sz="5400" dirty="0">
                <a:solidFill>
                  <a:schemeClr val="tx1"/>
                </a:solidFill>
              </a:rPr>
              <a:t>6</a:t>
            </a:r>
            <a:r>
              <a:rPr lang="ja-JP" altLang="en-US" sz="5400">
                <a:solidFill>
                  <a:schemeClr val="tx1"/>
                </a:solidFill>
              </a:rPr>
              <a:t>回目</a:t>
            </a:r>
            <a:endParaRPr lang="en-US" sz="5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95063" y="928806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今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90800" y="9144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来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81400" y="8382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帰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48200" y="7620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会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62600" y="7620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社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33600" y="25908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聞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 rot="21419255">
            <a:off x="342900" y="152400"/>
            <a:ext cx="2247900" cy="523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2800" dirty="0">
                <a:latin typeface="NtMotoyaKyotai" pitchFamily="18" charset="-128"/>
                <a:ea typeface="NtMotoyaKyotai" pitchFamily="18" charset="-128"/>
              </a:rPr>
              <a:t>6</a:t>
            </a:r>
            <a:r>
              <a:rPr lang="ja-JP" altLang="en-US" sz="2800">
                <a:latin typeface="NtMotoyaKyotai" pitchFamily="18" charset="-128"/>
                <a:ea typeface="NtMotoyaKyotai" pitchFamily="18" charset="-128"/>
              </a:rPr>
              <a:t>回</a:t>
            </a:r>
            <a:r>
              <a:rPr lang="ja-JP" altLang="en-US" sz="2800" dirty="0">
                <a:latin typeface="NtMotoyaKyotai" pitchFamily="18" charset="-128"/>
                <a:ea typeface="NtMotoyaKyotai" pitchFamily="18" charset="-128"/>
              </a:rPr>
              <a:t>目</a:t>
            </a:r>
            <a:endParaRPr lang="en-US" sz="2800" dirty="0"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24200" y="25908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読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91000" y="25908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書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81600" y="25908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話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91387" y="2600325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言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800" y="42672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貝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5600" y="42672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田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86200" y="42672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力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76800" y="42672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門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F3BA06-159C-49B5-B3D8-91C789C54331}"/>
              </a:ext>
            </a:extLst>
          </p:cNvPr>
          <p:cNvSpPr txBox="1"/>
          <p:nvPr/>
        </p:nvSpPr>
        <p:spPr>
          <a:xfrm>
            <a:off x="6248400" y="2590800"/>
            <a:ext cx="990600" cy="11079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ja-JP" altLang="en-US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NtMotoyaKyotai" pitchFamily="18" charset="-128"/>
                <a:ea typeface="NtMotoyaKyotai" pitchFamily="18" charset="-128"/>
              </a:rPr>
              <a:t>寺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NtMotoyaKyotai" pitchFamily="18" charset="-128"/>
              <a:ea typeface="NtMotoyaKyotai" pitchFamily="18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DD5E84-C8C9-7DAA-CB5A-4D5850D3232A}"/>
              </a:ext>
            </a:extLst>
          </p:cNvPr>
          <p:cNvSpPr/>
          <p:nvPr/>
        </p:nvSpPr>
        <p:spPr>
          <a:xfrm>
            <a:off x="1631879" y="2074902"/>
            <a:ext cx="5073721" cy="4922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KIM       LAI      QUY      XÃ      HỘI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01936-22D9-5D77-B579-A3A88D208D2B}"/>
              </a:ext>
            </a:extLst>
          </p:cNvPr>
          <p:cNvSpPr/>
          <p:nvPr/>
        </p:nvSpPr>
        <p:spPr>
          <a:xfrm>
            <a:off x="2265612" y="3698796"/>
            <a:ext cx="6573588" cy="4922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VĂN    ĐỘC      THƯ  THOẠI      TỰ    NGÔN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7691C5-41C4-B2B1-A672-053DFCC6BAA2}"/>
              </a:ext>
            </a:extLst>
          </p:cNvPr>
          <p:cNvSpPr/>
          <p:nvPr/>
        </p:nvSpPr>
        <p:spPr>
          <a:xfrm>
            <a:off x="1894806" y="5493349"/>
            <a:ext cx="4505994" cy="4922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BỐI      ĐIỀN     LỰC      MÔN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今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152400" y="2133600"/>
            <a:ext cx="1295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Bây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giờ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40386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0" y="1981200"/>
            <a:ext cx="20574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いま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09800" y="304800"/>
            <a:ext cx="1752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こん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55A9AB3-EEAB-4A2E-9ACA-79429E3F4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33491">
            <a:off x="4216800" y="3236867"/>
            <a:ext cx="4272125" cy="18394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5" name="Picture 1" descr="漢字「今」の筆順(書き順)解説アニメーション">
            <a:extLst>
              <a:ext uri="{FF2B5EF4-FFF2-40B4-BE49-F238E27FC236}">
                <a16:creationId xmlns:a16="http://schemas.microsoft.com/office/drawing/2014/main" id="{DB46DF28-3FF5-4C30-A973-94DEE4D82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8FE3-AF3B-D7B4-3085-17BC1296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FA3B8A-844A-B5AA-DBFD-EFF19C7CFCF8}"/>
              </a:ext>
            </a:extLst>
          </p:cNvPr>
          <p:cNvSpPr/>
          <p:nvPr/>
        </p:nvSpPr>
        <p:spPr>
          <a:xfrm>
            <a:off x="5219700" y="345897"/>
            <a:ext cx="23622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Bây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giờ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DC1044-07B0-F9ED-BA11-DAAECB714870}"/>
              </a:ext>
            </a:extLst>
          </p:cNvPr>
          <p:cNvSpPr/>
          <p:nvPr/>
        </p:nvSpPr>
        <p:spPr>
          <a:xfrm>
            <a:off x="267984" y="3810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今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0A6ACD5-D638-A5FB-D94C-3AD654992A84}"/>
              </a:ext>
            </a:extLst>
          </p:cNvPr>
          <p:cNvSpPr/>
          <p:nvPr/>
        </p:nvSpPr>
        <p:spPr>
          <a:xfrm>
            <a:off x="2540285" y="342473"/>
            <a:ext cx="20574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いま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D9BCCA-77F4-BB2A-D7AC-2A9C46BEAE4F}"/>
              </a:ext>
            </a:extLst>
          </p:cNvPr>
          <p:cNvSpPr/>
          <p:nvPr/>
        </p:nvSpPr>
        <p:spPr>
          <a:xfrm>
            <a:off x="420384" y="1752600"/>
            <a:ext cx="1752600" cy="762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こん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11843D7-6234-3187-278B-C0B96FA870FE}"/>
              </a:ext>
            </a:extLst>
          </p:cNvPr>
          <p:cNvSpPr/>
          <p:nvPr/>
        </p:nvSpPr>
        <p:spPr>
          <a:xfrm>
            <a:off x="2571108" y="1733337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今週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F59C87A-6704-95B0-8817-26FB1DE3AE99}"/>
              </a:ext>
            </a:extLst>
          </p:cNvPr>
          <p:cNvSpPr/>
          <p:nvPr/>
        </p:nvSpPr>
        <p:spPr>
          <a:xfrm>
            <a:off x="5012076" y="1733337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こんしゅう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FBA026C-866D-E219-1E7E-92A16D77402C}"/>
              </a:ext>
            </a:extLst>
          </p:cNvPr>
          <p:cNvSpPr/>
          <p:nvPr/>
        </p:nvSpPr>
        <p:spPr>
          <a:xfrm>
            <a:off x="2571108" y="2952536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今月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95EE51E-0606-E02E-2517-FC3A2771775D}"/>
              </a:ext>
            </a:extLst>
          </p:cNvPr>
          <p:cNvSpPr/>
          <p:nvPr/>
        </p:nvSpPr>
        <p:spPr>
          <a:xfrm>
            <a:off x="5012076" y="2987639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こんげつ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908E41-A33D-FF77-A330-F3E93B27436B}"/>
              </a:ext>
            </a:extLst>
          </p:cNvPr>
          <p:cNvSpPr/>
          <p:nvPr/>
        </p:nvSpPr>
        <p:spPr>
          <a:xfrm>
            <a:off x="281683" y="4572000"/>
            <a:ext cx="17526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今日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CB347EA-A486-C3D5-4529-E6100106EC39}"/>
              </a:ext>
            </a:extLst>
          </p:cNvPr>
          <p:cNvSpPr/>
          <p:nvPr/>
        </p:nvSpPr>
        <p:spPr>
          <a:xfrm>
            <a:off x="2540285" y="4572000"/>
            <a:ext cx="23622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きょう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F2DD37F-C2E8-AE6C-0615-8CA3E924A4E4}"/>
              </a:ext>
            </a:extLst>
          </p:cNvPr>
          <p:cNvSpPr/>
          <p:nvPr/>
        </p:nvSpPr>
        <p:spPr>
          <a:xfrm>
            <a:off x="267984" y="5867400"/>
            <a:ext cx="17526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今年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7D5B1AC-8339-07B2-C697-7CEC01D5B450}"/>
              </a:ext>
            </a:extLst>
          </p:cNvPr>
          <p:cNvSpPr/>
          <p:nvPr/>
        </p:nvSpPr>
        <p:spPr>
          <a:xfrm>
            <a:off x="2546278" y="5867400"/>
            <a:ext cx="23622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ことし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4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2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来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2057400"/>
            <a:ext cx="1295400" cy="990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lai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752600" y="3886200"/>
            <a:ext cx="2667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200" y="1752600"/>
            <a:ext cx="20574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き・ます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09800" y="304800"/>
            <a:ext cx="1752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らい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F4D1EFF-C8D4-4B72-97AF-388AF6BC6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4885">
            <a:off x="4910351" y="3383705"/>
            <a:ext cx="3821356" cy="19193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49" name="Picture 1" descr="漢字「来」の筆順(書き順)解説アニメーション">
            <a:extLst>
              <a:ext uri="{FF2B5EF4-FFF2-40B4-BE49-F238E27FC236}">
                <a16:creationId xmlns:a16="http://schemas.microsoft.com/office/drawing/2014/main" id="{5BB1E0FF-252D-4FC7-BE0F-8CA29EF81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CF7B331-6A25-4C7F-BC94-CEF6157EA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6043-1166-ECC7-C67F-0CCF6F26F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2529DF4-D575-E6C4-374D-2B145E34F035}"/>
              </a:ext>
            </a:extLst>
          </p:cNvPr>
          <p:cNvSpPr/>
          <p:nvPr/>
        </p:nvSpPr>
        <p:spPr>
          <a:xfrm>
            <a:off x="369013" y="304800"/>
            <a:ext cx="2057400" cy="762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来ます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307EC3-C380-0EE5-5F10-C63A0B98BBC2}"/>
              </a:ext>
            </a:extLst>
          </p:cNvPr>
          <p:cNvSpPr/>
          <p:nvPr/>
        </p:nvSpPr>
        <p:spPr>
          <a:xfrm>
            <a:off x="2661006" y="1346342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来週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A59BB33-F444-C124-E7ED-27A5BF208901}"/>
              </a:ext>
            </a:extLst>
          </p:cNvPr>
          <p:cNvSpPr/>
          <p:nvPr/>
        </p:nvSpPr>
        <p:spPr>
          <a:xfrm>
            <a:off x="5061802" y="1409701"/>
            <a:ext cx="2667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らいしゅう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0904F6-7610-7E97-1077-077BEC077095}"/>
              </a:ext>
            </a:extLst>
          </p:cNvPr>
          <p:cNvSpPr/>
          <p:nvPr/>
        </p:nvSpPr>
        <p:spPr>
          <a:xfrm>
            <a:off x="2590800" y="2614222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来月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E20198B-4F10-1B12-0D77-15C178603764}"/>
              </a:ext>
            </a:extLst>
          </p:cNvPr>
          <p:cNvSpPr/>
          <p:nvPr/>
        </p:nvSpPr>
        <p:spPr>
          <a:xfrm>
            <a:off x="5410200" y="2640308"/>
            <a:ext cx="2743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らいげつ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C9E4D01-4F98-E9E5-29CF-C137A583ED58}"/>
              </a:ext>
            </a:extLst>
          </p:cNvPr>
          <p:cNvSpPr/>
          <p:nvPr/>
        </p:nvSpPr>
        <p:spPr>
          <a:xfrm>
            <a:off x="369013" y="1371599"/>
            <a:ext cx="1752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らい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D45245-C159-2CBA-0BB9-E0C94445B8FD}"/>
              </a:ext>
            </a:extLst>
          </p:cNvPr>
          <p:cNvSpPr/>
          <p:nvPr/>
        </p:nvSpPr>
        <p:spPr>
          <a:xfrm>
            <a:off x="2635321" y="3828161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来年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23F5CAB-CC26-D264-473E-8A8372ED3A06}"/>
              </a:ext>
            </a:extLst>
          </p:cNvPr>
          <p:cNvSpPr/>
          <p:nvPr/>
        </p:nvSpPr>
        <p:spPr>
          <a:xfrm>
            <a:off x="5791200" y="3828161"/>
            <a:ext cx="2514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らいねん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D0A1F31-F61B-A38E-9404-F9E82F96C2B9}"/>
              </a:ext>
            </a:extLst>
          </p:cNvPr>
          <p:cNvSpPr/>
          <p:nvPr/>
        </p:nvSpPr>
        <p:spPr>
          <a:xfrm>
            <a:off x="298806" y="5515083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</a:rPr>
              <a:t>来日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E00F903-2D9A-9ACE-B689-DFDDC0BFCC8F}"/>
              </a:ext>
            </a:extLst>
          </p:cNvPr>
          <p:cNvSpPr/>
          <p:nvPr/>
        </p:nvSpPr>
        <p:spPr>
          <a:xfrm>
            <a:off x="3124200" y="5500528"/>
            <a:ext cx="2438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</a:rPr>
              <a:t>らいにち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FAB5A6C-4A78-32A7-77E9-222DB2DF7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ounded Rectangle 13">
            <a:extLst>
              <a:ext uri="{FF2B5EF4-FFF2-40B4-BE49-F238E27FC236}">
                <a16:creationId xmlns:a16="http://schemas.microsoft.com/office/drawing/2014/main" id="{0650D8B2-7B73-2E6E-C9FA-D9A6042B5969}"/>
              </a:ext>
            </a:extLst>
          </p:cNvPr>
          <p:cNvSpPr/>
          <p:nvPr/>
        </p:nvSpPr>
        <p:spPr>
          <a:xfrm>
            <a:off x="3004402" y="330485"/>
            <a:ext cx="2057400" cy="762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</a:rPr>
              <a:t>き・</a:t>
            </a:r>
            <a:r>
              <a:rPr lang="ja-JP" altLang="en-US" sz="4000" b="1" dirty="0">
                <a:solidFill>
                  <a:schemeClr val="tx1"/>
                </a:solidFill>
              </a:rPr>
              <a:t>ます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4" name="Rounded Rectangle 16">
            <a:extLst>
              <a:ext uri="{FF2B5EF4-FFF2-40B4-BE49-F238E27FC236}">
                <a16:creationId xmlns:a16="http://schemas.microsoft.com/office/drawing/2014/main" id="{1F07C628-28E5-3C05-2A65-06E26C9A9C8B}"/>
              </a:ext>
            </a:extLst>
          </p:cNvPr>
          <p:cNvSpPr/>
          <p:nvPr/>
        </p:nvSpPr>
        <p:spPr>
          <a:xfrm>
            <a:off x="6096000" y="5465423"/>
            <a:ext cx="2438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rgbClr val="FF0000"/>
                </a:solidFill>
              </a:rPr>
              <a:t>Đến</a:t>
            </a:r>
            <a:r>
              <a:rPr lang="en-US" sz="4000" b="1" dirty="0">
                <a:solidFill>
                  <a:srgbClr val="FF0000"/>
                </a:solidFill>
              </a:rPr>
              <a:t> Nhật</a:t>
            </a:r>
          </a:p>
        </p:txBody>
      </p:sp>
    </p:spTree>
    <p:extLst>
      <p:ext uri="{BB962C8B-B14F-4D97-AF65-F5344CB8AC3E}">
        <p14:creationId xmlns:p14="http://schemas.microsoft.com/office/powerpoint/2010/main" val="147327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  <p:bldP spid="10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帰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0" y="2133600"/>
            <a:ext cx="1676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Quy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0" y="1524000"/>
            <a:ext cx="2819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>
                <a:solidFill>
                  <a:schemeClr val="tx1"/>
                </a:solidFill>
              </a:rPr>
              <a:t>かえ・ります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981200" y="457200"/>
            <a:ext cx="19050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き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664815-B730-4A32-920E-420810553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49858">
            <a:off x="445241" y="4679959"/>
            <a:ext cx="5137454" cy="19542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73" name="Picture 1" descr="漢字「帰」の筆順(書き順)解説アニメーション">
            <a:extLst>
              <a:ext uri="{FF2B5EF4-FFF2-40B4-BE49-F238E27FC236}">
                <a16:creationId xmlns:a16="http://schemas.microsoft.com/office/drawing/2014/main" id="{4A2219F4-0DB3-4A68-B994-45844B3CF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FC833-E731-9242-3B2B-21817C2E1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D71EC8-4CB7-D5B5-C4F5-5495C66A9A50}"/>
              </a:ext>
            </a:extLst>
          </p:cNvPr>
          <p:cNvSpPr/>
          <p:nvPr/>
        </p:nvSpPr>
        <p:spPr>
          <a:xfrm>
            <a:off x="7124700" y="348466"/>
            <a:ext cx="16764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A3B2D6F-BE6E-655F-E512-ECD2D6FFA28A}"/>
              </a:ext>
            </a:extLst>
          </p:cNvPr>
          <p:cNvSpPr/>
          <p:nvPr/>
        </p:nvSpPr>
        <p:spPr>
          <a:xfrm>
            <a:off x="3657600" y="348466"/>
            <a:ext cx="28194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rgbClr val="FF0000"/>
                </a:solidFill>
              </a:rPr>
              <a:t>かえ・</a:t>
            </a:r>
            <a:r>
              <a:rPr lang="ja-JP" altLang="en-US" sz="3600" b="1" dirty="0">
                <a:solidFill>
                  <a:schemeClr val="tx1"/>
                </a:solidFill>
              </a:rPr>
              <a:t>ります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3C278B-876E-02B6-9AA3-07E041A6EC9E}"/>
              </a:ext>
            </a:extLst>
          </p:cNvPr>
          <p:cNvSpPr/>
          <p:nvPr/>
        </p:nvSpPr>
        <p:spPr>
          <a:xfrm>
            <a:off x="879297" y="1672334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日帰り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EC45F8-B8D0-AB8C-59A8-0E881DBA8748}"/>
              </a:ext>
            </a:extLst>
          </p:cNvPr>
          <p:cNvSpPr/>
          <p:nvPr/>
        </p:nvSpPr>
        <p:spPr>
          <a:xfrm>
            <a:off x="3238500" y="1672334"/>
            <a:ext cx="2667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ひ</a:t>
            </a:r>
            <a:r>
              <a:rPr lang="ja-JP" altLang="en-US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が</a:t>
            </a:r>
            <a:r>
              <a:rPr lang="ja-JP" altLang="en-US" sz="4000" b="1" dirty="0">
                <a:solidFill>
                  <a:schemeClr val="tx1"/>
                </a:solidFill>
              </a:rPr>
              <a:t>えり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2CAA3A9-22D1-E20D-2147-CB4056E23063}"/>
              </a:ext>
            </a:extLst>
          </p:cNvPr>
          <p:cNvSpPr/>
          <p:nvPr/>
        </p:nvSpPr>
        <p:spPr>
          <a:xfrm>
            <a:off x="591192" y="2952323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帰国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15C5892-72BE-3D32-8042-EF93CF1AA29E}"/>
              </a:ext>
            </a:extLst>
          </p:cNvPr>
          <p:cNvSpPr/>
          <p:nvPr/>
        </p:nvSpPr>
        <p:spPr>
          <a:xfrm>
            <a:off x="3235931" y="2996202"/>
            <a:ext cx="2667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きこく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5C8F3A59-D578-926C-8781-4C791750A386}"/>
              </a:ext>
            </a:extLst>
          </p:cNvPr>
          <p:cNvSpPr/>
          <p:nvPr/>
        </p:nvSpPr>
        <p:spPr>
          <a:xfrm>
            <a:off x="345897" y="348466"/>
            <a:ext cx="28194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帰</a:t>
            </a:r>
            <a:r>
              <a:rPr lang="ja-JP" altLang="en-US" sz="3600" b="1" dirty="0">
                <a:solidFill>
                  <a:schemeClr val="tx1"/>
                </a:solidFill>
              </a:rPr>
              <a:t>ります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6FEB83F8-61FE-EC49-0F94-EBCB402DD69F}"/>
              </a:ext>
            </a:extLst>
          </p:cNvPr>
          <p:cNvSpPr/>
          <p:nvPr/>
        </p:nvSpPr>
        <p:spPr>
          <a:xfrm>
            <a:off x="6451315" y="1672334"/>
            <a:ext cx="1676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D0474F85-D67F-9153-08D4-C56C63FBFF47}"/>
              </a:ext>
            </a:extLst>
          </p:cNvPr>
          <p:cNvSpPr/>
          <p:nvPr/>
        </p:nvSpPr>
        <p:spPr>
          <a:xfrm>
            <a:off x="6477000" y="2952323"/>
            <a:ext cx="1676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nước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40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8" grpId="0" animBg="1"/>
      <p:bldP spid="11" grpId="0" animBg="1"/>
      <p:bldP spid="12" grpId="0" animBg="1"/>
      <p:bldP spid="13" grpId="0" animBg="1"/>
      <p:bldP spid="2" grpId="0" animBg="1"/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会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2191772"/>
            <a:ext cx="1295400" cy="85622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Gặp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gỡ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752600" y="3886200"/>
            <a:ext cx="2667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48200" y="1752600"/>
            <a:ext cx="2133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あ・います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61239" y="609600"/>
            <a:ext cx="2133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飲み会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08839" y="1600200"/>
            <a:ext cx="2438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のみかい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05000" y="304800"/>
            <a:ext cx="20574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かい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010400" y="2617839"/>
            <a:ext cx="2133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国会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05599" y="3635478"/>
            <a:ext cx="2475271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こっかい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9BCB3E1B-BDEB-470D-B22F-D11F3C871D0D}"/>
              </a:ext>
            </a:extLst>
          </p:cNvPr>
          <p:cNvSpPr/>
          <p:nvPr/>
        </p:nvSpPr>
        <p:spPr>
          <a:xfrm>
            <a:off x="6961239" y="4653117"/>
            <a:ext cx="2133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会見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104FF2D9-4F6B-4587-94AC-C5AE864A8B7D}"/>
              </a:ext>
            </a:extLst>
          </p:cNvPr>
          <p:cNvSpPr/>
          <p:nvPr/>
        </p:nvSpPr>
        <p:spPr>
          <a:xfrm>
            <a:off x="6427839" y="5715000"/>
            <a:ext cx="2667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かいけん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2A9C45-C11D-45AA-8B9C-AA6A060D9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19922">
            <a:off x="193936" y="4795431"/>
            <a:ext cx="4980278" cy="17170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97" name="Picture 1" descr="漢字「会」の筆順(書き順)解説アニメーション">
            <a:extLst>
              <a:ext uri="{FF2B5EF4-FFF2-40B4-BE49-F238E27FC236}">
                <a16:creationId xmlns:a16="http://schemas.microsoft.com/office/drawing/2014/main" id="{F4BEB6B0-0C99-4CBB-BC4A-4B41E86AE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68D98EAF-1C9C-4E9B-8AFE-6142B01C5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 animBg="1"/>
      <p:bldP spid="8" grpId="0" animBg="1"/>
      <p:bldP spid="10" grpId="0" animBg="1"/>
      <p:bldP spid="12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DAD3-5680-102F-4043-67132F30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B2B5FA2-87DB-710E-4ECB-44A26EC36E9D}"/>
              </a:ext>
            </a:extLst>
          </p:cNvPr>
          <p:cNvSpPr/>
          <p:nvPr/>
        </p:nvSpPr>
        <p:spPr>
          <a:xfrm>
            <a:off x="598538" y="198439"/>
            <a:ext cx="34290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　会（</a:t>
            </a:r>
            <a:r>
              <a:rPr lang="ja-JP" altLang="en-US" sz="3200" b="1" dirty="0">
                <a:solidFill>
                  <a:srgbClr val="FF0000"/>
                </a:solidFill>
              </a:rPr>
              <a:t>あ</a:t>
            </a:r>
            <a:r>
              <a:rPr lang="ja-JP" altLang="en-US" sz="3200" b="1" dirty="0">
                <a:solidFill>
                  <a:schemeClr val="tx1"/>
                </a:solidFill>
              </a:rPr>
              <a:t>）います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A3841EC-C66C-6C56-79F4-57FE0537208B}"/>
              </a:ext>
            </a:extLst>
          </p:cNvPr>
          <p:cNvSpPr/>
          <p:nvPr/>
        </p:nvSpPr>
        <p:spPr>
          <a:xfrm>
            <a:off x="3810000" y="1277372"/>
            <a:ext cx="2133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飲み会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902C8A4-2597-3739-5C28-F202BE052D1F}"/>
              </a:ext>
            </a:extLst>
          </p:cNvPr>
          <p:cNvSpPr/>
          <p:nvPr/>
        </p:nvSpPr>
        <p:spPr>
          <a:xfrm>
            <a:off x="6656439" y="1268810"/>
            <a:ext cx="2438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のみかい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BED2DF-C26F-D57E-7E3B-41F6DB9FF7D8}"/>
              </a:ext>
            </a:extLst>
          </p:cNvPr>
          <p:cNvSpPr/>
          <p:nvPr/>
        </p:nvSpPr>
        <p:spPr>
          <a:xfrm>
            <a:off x="3804469" y="2477026"/>
            <a:ext cx="2133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国会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80D0497-3CAD-C51D-2475-B663633D89BC}"/>
              </a:ext>
            </a:extLst>
          </p:cNvPr>
          <p:cNvSpPr/>
          <p:nvPr/>
        </p:nvSpPr>
        <p:spPr>
          <a:xfrm>
            <a:off x="6668729" y="2514600"/>
            <a:ext cx="2475271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こっかい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0C6FD9CA-C2EF-4176-FD69-EF82655457DB}"/>
              </a:ext>
            </a:extLst>
          </p:cNvPr>
          <p:cNvSpPr/>
          <p:nvPr/>
        </p:nvSpPr>
        <p:spPr>
          <a:xfrm>
            <a:off x="3804469" y="3912081"/>
            <a:ext cx="2133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会見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6F6D29B2-A297-15B7-5EF9-D4147BC822BD}"/>
              </a:ext>
            </a:extLst>
          </p:cNvPr>
          <p:cNvSpPr/>
          <p:nvPr/>
        </p:nvSpPr>
        <p:spPr>
          <a:xfrm>
            <a:off x="6572864" y="3912081"/>
            <a:ext cx="2667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かいけん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2C346C5-C467-1254-21D1-1E7329A51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BEE5565F-BE19-C1CD-65AD-C7650D0B68BE}"/>
              </a:ext>
            </a:extLst>
          </p:cNvPr>
          <p:cNvSpPr/>
          <p:nvPr/>
        </p:nvSpPr>
        <p:spPr>
          <a:xfrm>
            <a:off x="658761" y="1239223"/>
            <a:ext cx="2438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Buổi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nhậu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E2B9D00E-6B13-8D62-18BA-38AE21D93096}"/>
              </a:ext>
            </a:extLst>
          </p:cNvPr>
          <p:cNvSpPr/>
          <p:nvPr/>
        </p:nvSpPr>
        <p:spPr>
          <a:xfrm>
            <a:off x="589355" y="2480745"/>
            <a:ext cx="2475271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solidFill>
                  <a:schemeClr val="tx1"/>
                </a:solidFill>
              </a:rPr>
              <a:t>Quốc </a:t>
            </a:r>
            <a:r>
              <a:rPr lang="en-US" altLang="ja-JP" sz="4000" b="1" dirty="0" err="1">
                <a:solidFill>
                  <a:schemeClr val="tx1"/>
                </a:solidFill>
              </a:rPr>
              <a:t>hội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C1279D61-3D65-2695-E3CE-CCA1A92AA353}"/>
              </a:ext>
            </a:extLst>
          </p:cNvPr>
          <p:cNvSpPr/>
          <p:nvPr/>
        </p:nvSpPr>
        <p:spPr>
          <a:xfrm>
            <a:off x="397626" y="3901807"/>
            <a:ext cx="2667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err="1">
                <a:solidFill>
                  <a:schemeClr val="tx1"/>
                </a:solidFill>
              </a:rPr>
              <a:t>Gặp</a:t>
            </a:r>
            <a:r>
              <a:rPr lang="en-US" altLang="ja-JP" sz="4000" b="1" dirty="0">
                <a:solidFill>
                  <a:schemeClr val="tx1"/>
                </a:solidFill>
              </a:rPr>
              <a:t> </a:t>
            </a:r>
            <a:r>
              <a:rPr lang="en-US" altLang="ja-JP" sz="4000" b="1" dirty="0" err="1">
                <a:solidFill>
                  <a:schemeClr val="tx1"/>
                </a:solidFill>
              </a:rPr>
              <a:t>gỡ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2899CBE4-1A19-97EC-4968-7B17B9E09F25}"/>
              </a:ext>
            </a:extLst>
          </p:cNvPr>
          <p:cNvSpPr/>
          <p:nvPr/>
        </p:nvSpPr>
        <p:spPr>
          <a:xfrm>
            <a:off x="4549739" y="121432"/>
            <a:ext cx="2438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Gặp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79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  <p:bldP spid="10" grpId="0" animBg="1"/>
      <p:bldP spid="9" grpId="0" animBg="1"/>
      <p:bldP spid="11" grpId="0" animBg="1"/>
      <p:bldP spid="13" grpId="0" animBg="1"/>
      <p:bldP spid="15" grpId="0" animBg="1"/>
      <p:bldP spid="3" grpId="0" animBg="1"/>
      <p:bldP spid="4" grpId="0" animBg="1"/>
      <p:bldP spid="17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社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152400" y="2180301"/>
            <a:ext cx="1295400" cy="1066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ty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thần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đạo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133600" y="381000"/>
            <a:ext cx="19050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しゃ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B97692-4138-4133-B27A-3F85744EC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49473">
            <a:off x="367512" y="4723188"/>
            <a:ext cx="5032651" cy="19060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121" name="Picture 1" descr="漢字「社」の筆順(書き順)解説アニメーション">
            <a:extLst>
              <a:ext uri="{FF2B5EF4-FFF2-40B4-BE49-F238E27FC236}">
                <a16:creationId xmlns:a16="http://schemas.microsoft.com/office/drawing/2014/main" id="{95E88B0F-8030-45BA-B182-237726CDC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A32BF459-8692-4013-B7A1-B5F1F21EC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F4DE9-FB65-F937-CBF9-C968F122B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415025-A873-0EC3-EFFE-8B806E84D20B}"/>
              </a:ext>
            </a:extLst>
          </p:cNvPr>
          <p:cNvSpPr/>
          <p:nvPr/>
        </p:nvSpPr>
        <p:spPr>
          <a:xfrm>
            <a:off x="2209800" y="495300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</a:rPr>
              <a:t>会社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F62B5EF-ADC1-05A0-0EE1-D45A6422F4A4}"/>
              </a:ext>
            </a:extLst>
          </p:cNvPr>
          <p:cNvSpPr/>
          <p:nvPr/>
        </p:nvSpPr>
        <p:spPr>
          <a:xfrm>
            <a:off x="4357099" y="522698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</a:rPr>
              <a:t>かいしゃ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47D5BA1-4A59-C5D8-48FD-8A2D2CA6F245}"/>
              </a:ext>
            </a:extLst>
          </p:cNvPr>
          <p:cNvSpPr/>
          <p:nvPr/>
        </p:nvSpPr>
        <p:spPr>
          <a:xfrm>
            <a:off x="2209800" y="1981200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B050"/>
                </a:solidFill>
              </a:rPr>
              <a:t>社会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E5F53F6-94F7-5556-8531-D98566D28D3C}"/>
              </a:ext>
            </a:extLst>
          </p:cNvPr>
          <p:cNvSpPr/>
          <p:nvPr/>
        </p:nvSpPr>
        <p:spPr>
          <a:xfrm>
            <a:off x="4281775" y="1967968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B050"/>
                </a:solidFill>
              </a:rPr>
              <a:t>しゃかい</a:t>
            </a:r>
            <a:endParaRPr lang="en-US" sz="4000" b="1" dirty="0">
              <a:solidFill>
                <a:srgbClr val="00B050"/>
              </a:solidFill>
            </a:endParaRPr>
          </a:p>
        </p:txBody>
      </p:sp>
      <p:pic>
        <p:nvPicPr>
          <p:cNvPr id="5121" name="Picture 1" descr="漢字「社」の筆順(書き順)解説アニメーション">
            <a:extLst>
              <a:ext uri="{FF2B5EF4-FFF2-40B4-BE49-F238E27FC236}">
                <a16:creationId xmlns:a16="http://schemas.microsoft.com/office/drawing/2014/main" id="{A4A2F34A-AFB9-E4B1-3A0E-46B2B4D79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5" y="3200400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4C5C8643-2137-97CF-7FFE-8AC991C9D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5A80CE9B-7024-94C0-A982-6DA2514B48DF}"/>
              </a:ext>
            </a:extLst>
          </p:cNvPr>
          <p:cNvSpPr/>
          <p:nvPr/>
        </p:nvSpPr>
        <p:spPr>
          <a:xfrm>
            <a:off x="6872555" y="523126"/>
            <a:ext cx="2195245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Công ty</a:t>
            </a:r>
          </a:p>
        </p:txBody>
      </p: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8AF7A83B-D441-3987-484C-1F0542C2B2AC}"/>
              </a:ext>
            </a:extLst>
          </p:cNvPr>
          <p:cNvSpPr/>
          <p:nvPr/>
        </p:nvSpPr>
        <p:spPr>
          <a:xfrm>
            <a:off x="6872554" y="1905000"/>
            <a:ext cx="2195245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Xã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hội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99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8" grpId="0" animBg="1"/>
      <p:bldP spid="9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906EC-5BC3-6D84-E8A4-4A4FA23F7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201727"/>
            <a:ext cx="9144000" cy="445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6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9F734-1FAF-FB67-A1F0-39E99F89B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94078"/>
            <a:ext cx="9144000" cy="386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21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聞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2057400"/>
            <a:ext cx="1295400" cy="990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Nghe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Văn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24400" y="2057400"/>
            <a:ext cx="2133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き・きます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33600" y="228600"/>
            <a:ext cx="2133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ぶん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086600" y="1447800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新聞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81800" y="2590800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しんぶん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5D042E-2F51-4B75-8176-F0070009E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09740">
            <a:off x="528479" y="4613584"/>
            <a:ext cx="4914992" cy="18980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145" name="Picture 1" descr="漢字「聞」の筆順(書き順)解説アニメーション">
            <a:extLst>
              <a:ext uri="{FF2B5EF4-FFF2-40B4-BE49-F238E27FC236}">
                <a16:creationId xmlns:a16="http://schemas.microsoft.com/office/drawing/2014/main" id="{366C98BA-1098-4FC0-99E2-AA9B73AC1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0E0245E7-E005-425F-8D50-350C256DD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2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66AE-62DD-A2EC-D627-CF0FAD16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6324A7-2153-22A1-610E-9C68C16BFDAD}"/>
              </a:ext>
            </a:extLst>
          </p:cNvPr>
          <p:cNvSpPr/>
          <p:nvPr/>
        </p:nvSpPr>
        <p:spPr>
          <a:xfrm>
            <a:off x="7184633" y="190500"/>
            <a:ext cx="1295400" cy="990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Nghe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EF2EDB-40AA-5B31-246E-F7B0476639F4}"/>
              </a:ext>
            </a:extLst>
          </p:cNvPr>
          <p:cNvSpPr/>
          <p:nvPr/>
        </p:nvSpPr>
        <p:spPr>
          <a:xfrm>
            <a:off x="2171700" y="266700"/>
            <a:ext cx="2133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聞きます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93E507F-29A3-EC9A-CD7D-3B48E9F96293}"/>
              </a:ext>
            </a:extLst>
          </p:cNvPr>
          <p:cNvSpPr/>
          <p:nvPr/>
        </p:nvSpPr>
        <p:spPr>
          <a:xfrm>
            <a:off x="2109675" y="1464066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新聞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C8BEFE-6853-364D-6076-5CF0B1DAFBBD}"/>
              </a:ext>
            </a:extLst>
          </p:cNvPr>
          <p:cNvSpPr/>
          <p:nvPr/>
        </p:nvSpPr>
        <p:spPr>
          <a:xfrm>
            <a:off x="4066950" y="1515048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しんぶん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6145" name="Picture 1" descr="漢字「聞」の筆順(書き順)解説アニメーション">
            <a:extLst>
              <a:ext uri="{FF2B5EF4-FFF2-40B4-BE49-F238E27FC236}">
                <a16:creationId xmlns:a16="http://schemas.microsoft.com/office/drawing/2014/main" id="{B176E665-B169-7279-4BA7-6F1B8A6F6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35" y="2763396"/>
            <a:ext cx="4048017" cy="404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E1E4891-4F1A-B4A7-A3D3-99F3F3DF8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D7CA6AE6-6284-6FCC-52AB-C140282BDE97}"/>
              </a:ext>
            </a:extLst>
          </p:cNvPr>
          <p:cNvSpPr/>
          <p:nvPr/>
        </p:nvSpPr>
        <p:spPr>
          <a:xfrm>
            <a:off x="4648200" y="276118"/>
            <a:ext cx="2133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rgbClr val="FFFF00"/>
                </a:solidFill>
              </a:rPr>
              <a:t>き</a:t>
            </a:r>
            <a:r>
              <a:rPr lang="ja-JP" altLang="en-US" sz="3200" b="1" dirty="0">
                <a:solidFill>
                  <a:schemeClr val="tx1"/>
                </a:solidFill>
              </a:rPr>
              <a:t>・きます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C8597315-E6CC-FA99-3F2F-260BE93043C0}"/>
              </a:ext>
            </a:extLst>
          </p:cNvPr>
          <p:cNvSpPr/>
          <p:nvPr/>
        </p:nvSpPr>
        <p:spPr>
          <a:xfrm>
            <a:off x="6633825" y="1457217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TỜ </a:t>
            </a:r>
            <a:r>
              <a:rPr lang="en-US" sz="4000" b="1" dirty="0" err="1">
                <a:solidFill>
                  <a:schemeClr val="tx1"/>
                </a:solidFill>
              </a:rPr>
              <a:t>báo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31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8" grpId="0" animBg="1"/>
      <p:bldP spid="10" grpId="0" animBg="1"/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読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2057400"/>
            <a:ext cx="1295400" cy="990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Đọc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Độc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48200" y="1524000"/>
            <a:ext cx="2819400" cy="1143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よ・みます</a:t>
            </a:r>
            <a:endParaRPr lang="en-US" altLang="ja-JP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981200" y="457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どく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0" y="3124200"/>
            <a:ext cx="2286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読み物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96000" y="4267200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よみもの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7E2222-9C8B-40A7-86D8-056C05CB4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2258">
            <a:off x="321277" y="4681923"/>
            <a:ext cx="5143928" cy="19620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173" name="Picture 5" descr="漢字「読」の筆順(書き順)解説アニメーション">
            <a:extLst>
              <a:ext uri="{FF2B5EF4-FFF2-40B4-BE49-F238E27FC236}">
                <a16:creationId xmlns:a16="http://schemas.microsoft.com/office/drawing/2014/main" id="{29142034-8612-4EF0-8602-39041DD90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D2672C17-D5CC-4A69-8D53-CDF548688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  <p:bldP spid="8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46F5B-0908-C9C6-2050-4DBC6CAD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F7A34D-54E0-0F58-CB56-C47E3D2AC0F8}"/>
              </a:ext>
            </a:extLst>
          </p:cNvPr>
          <p:cNvSpPr/>
          <p:nvPr/>
        </p:nvSpPr>
        <p:spPr>
          <a:xfrm>
            <a:off x="6819900" y="242090"/>
            <a:ext cx="1295400" cy="82471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Đọc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883CEF-2600-FE4F-155E-DF0CA30F6197}"/>
              </a:ext>
            </a:extLst>
          </p:cNvPr>
          <p:cNvSpPr/>
          <p:nvPr/>
        </p:nvSpPr>
        <p:spPr>
          <a:xfrm>
            <a:off x="3657600" y="262844"/>
            <a:ext cx="2819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FF00"/>
                </a:solidFill>
              </a:rPr>
              <a:t>よ・</a:t>
            </a:r>
            <a:r>
              <a:rPr lang="ja-JP" altLang="en-US" sz="4000" b="1" dirty="0">
                <a:solidFill>
                  <a:schemeClr val="tx1"/>
                </a:solidFill>
              </a:rPr>
              <a:t>みます</a:t>
            </a:r>
            <a:endParaRPr lang="en-US" altLang="ja-JP" sz="40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1AD6A7-9C24-BA54-9E16-82607E0658C8}"/>
              </a:ext>
            </a:extLst>
          </p:cNvPr>
          <p:cNvSpPr/>
          <p:nvPr/>
        </p:nvSpPr>
        <p:spPr>
          <a:xfrm>
            <a:off x="838200" y="1689242"/>
            <a:ext cx="24765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読み物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7076E8-AF77-93C9-1408-B5BF5C313D66}"/>
              </a:ext>
            </a:extLst>
          </p:cNvPr>
          <p:cNvSpPr/>
          <p:nvPr/>
        </p:nvSpPr>
        <p:spPr>
          <a:xfrm>
            <a:off x="3657600" y="1683249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よみもの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7173" name="Picture 5" descr="漢字「読」の筆順(書き順)解説アニメーション">
            <a:extLst>
              <a:ext uri="{FF2B5EF4-FFF2-40B4-BE49-F238E27FC236}">
                <a16:creationId xmlns:a16="http://schemas.microsoft.com/office/drawing/2014/main" id="{2340A64A-B7B4-9E7A-7B8E-1B2D7D47F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2866485"/>
            <a:ext cx="3428999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10BE1812-A45D-2DD7-6228-90D145A3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A03FC8DD-9151-F6ED-97C1-56AD93681DE8}"/>
              </a:ext>
            </a:extLst>
          </p:cNvPr>
          <p:cNvSpPr/>
          <p:nvPr/>
        </p:nvSpPr>
        <p:spPr>
          <a:xfrm>
            <a:off x="914400" y="283233"/>
            <a:ext cx="2400300" cy="10161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読みます</a:t>
            </a:r>
            <a:endParaRPr lang="en-US" altLang="ja-JP" sz="4000" b="1" dirty="0">
              <a:solidFill>
                <a:schemeClr val="tx1"/>
              </a:solidFill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777C883D-C789-0C14-B663-8E4842152763}"/>
              </a:ext>
            </a:extLst>
          </p:cNvPr>
          <p:cNvSpPr/>
          <p:nvPr/>
        </p:nvSpPr>
        <p:spPr>
          <a:xfrm>
            <a:off x="4997958" y="2933700"/>
            <a:ext cx="3643883" cy="990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ấn</a:t>
            </a: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14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8" grpId="0" animBg="1"/>
      <p:bldP spid="10" grpId="0" animBg="1"/>
      <p:bldP spid="2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書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381000" y="2386012"/>
            <a:ext cx="1295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Viết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752600" y="3886200"/>
            <a:ext cx="2667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Thư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981200" y="381000"/>
            <a:ext cx="20574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FF00"/>
                </a:solidFill>
              </a:rPr>
              <a:t>しょ</a:t>
            </a:r>
            <a:endParaRPr lang="en-US" sz="4000" b="1" dirty="0">
              <a:solidFill>
                <a:srgbClr val="FFFF0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44092" y="398979"/>
            <a:ext cx="3714108" cy="264901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Tuyệt</a:t>
            </a:r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276862-1F2C-4820-9E3A-4D9879E5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41990">
            <a:off x="369184" y="4681142"/>
            <a:ext cx="4916717" cy="19019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193" name="Picture 1" descr="漢字「書」の筆順(書き順)解説アニメーション">
            <a:extLst>
              <a:ext uri="{FF2B5EF4-FFF2-40B4-BE49-F238E27FC236}">
                <a16:creationId xmlns:a16="http://schemas.microsoft.com/office/drawing/2014/main" id="{E503721C-1192-4925-AF34-813707756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19330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A53BB02-DA1A-4F2C-A459-9069B22BD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DAC9-D60A-1791-B7F9-FB2B2CDF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F27C2D-3EE5-62B9-BA8D-82D479644164}"/>
              </a:ext>
            </a:extLst>
          </p:cNvPr>
          <p:cNvSpPr/>
          <p:nvPr/>
        </p:nvSpPr>
        <p:spPr>
          <a:xfrm>
            <a:off x="6781800" y="64566"/>
            <a:ext cx="1295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Viết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0E93A7-CAC5-ACFB-7124-DAE36CFEB8CF}"/>
              </a:ext>
            </a:extLst>
          </p:cNvPr>
          <p:cNvSpPr/>
          <p:nvPr/>
        </p:nvSpPr>
        <p:spPr>
          <a:xfrm>
            <a:off x="381000" y="1324537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読書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A0C8CB-F139-10B6-B056-619988FAE815}"/>
              </a:ext>
            </a:extLst>
          </p:cNvPr>
          <p:cNvSpPr/>
          <p:nvPr/>
        </p:nvSpPr>
        <p:spPr>
          <a:xfrm>
            <a:off x="2643027" y="1324537"/>
            <a:ext cx="1905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どくしょ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2B1508-8C1C-5E37-9B42-C1E7891652A1}"/>
              </a:ext>
            </a:extLst>
          </p:cNvPr>
          <p:cNvSpPr/>
          <p:nvPr/>
        </p:nvSpPr>
        <p:spPr>
          <a:xfrm>
            <a:off x="304800" y="2605368"/>
            <a:ext cx="18288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辞書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3A858A5-88D6-54F1-0D1D-852C68AC17D3}"/>
              </a:ext>
            </a:extLst>
          </p:cNvPr>
          <p:cNvSpPr/>
          <p:nvPr/>
        </p:nvSpPr>
        <p:spPr>
          <a:xfrm>
            <a:off x="2676943" y="2619963"/>
            <a:ext cx="1981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じしょ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89A042D-EAD0-DEF7-31B8-6D0201962D6D}"/>
              </a:ext>
            </a:extLst>
          </p:cNvPr>
          <p:cNvSpPr/>
          <p:nvPr/>
        </p:nvSpPr>
        <p:spPr>
          <a:xfrm>
            <a:off x="3810000" y="166982"/>
            <a:ext cx="24384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FF00"/>
                </a:solidFill>
              </a:rPr>
              <a:t>か・</a:t>
            </a:r>
            <a:r>
              <a:rPr lang="ja-JP" altLang="en-US" sz="4000" b="1" dirty="0">
                <a:solidFill>
                  <a:schemeClr val="tx1"/>
                </a:solidFill>
              </a:rPr>
              <a:t>きます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A61C31-088E-CC02-61BF-4FB1AE696E21}"/>
              </a:ext>
            </a:extLst>
          </p:cNvPr>
          <p:cNvSpPr/>
          <p:nvPr/>
        </p:nvSpPr>
        <p:spPr>
          <a:xfrm>
            <a:off x="304800" y="3906153"/>
            <a:ext cx="1752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書き物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88CA1B4-11E6-2F70-F29F-75384F35F65C}"/>
              </a:ext>
            </a:extLst>
          </p:cNvPr>
          <p:cNvSpPr/>
          <p:nvPr/>
        </p:nvSpPr>
        <p:spPr>
          <a:xfrm>
            <a:off x="2589184" y="3906153"/>
            <a:ext cx="2667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かきもの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1AC818B-E8E3-F4DA-3EDD-A3CB536F5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ounded Rectangle 11">
            <a:extLst>
              <a:ext uri="{FF2B5EF4-FFF2-40B4-BE49-F238E27FC236}">
                <a16:creationId xmlns:a16="http://schemas.microsoft.com/office/drawing/2014/main" id="{50CFCE5E-4641-915F-7FE7-F39411613003}"/>
              </a:ext>
            </a:extLst>
          </p:cNvPr>
          <p:cNvSpPr/>
          <p:nvPr/>
        </p:nvSpPr>
        <p:spPr>
          <a:xfrm>
            <a:off x="838200" y="203827"/>
            <a:ext cx="24384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書きます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EFAE8BD0-7F8E-0ACA-E069-E1ED2640B3BE}"/>
              </a:ext>
            </a:extLst>
          </p:cNvPr>
          <p:cNvSpPr/>
          <p:nvPr/>
        </p:nvSpPr>
        <p:spPr>
          <a:xfrm>
            <a:off x="5524500" y="1317272"/>
            <a:ext cx="34671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Đọc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sách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3F5D3B3C-7CE1-7DE3-597C-64DEB5752629}"/>
              </a:ext>
            </a:extLst>
          </p:cNvPr>
          <p:cNvSpPr/>
          <p:nvPr/>
        </p:nvSpPr>
        <p:spPr>
          <a:xfrm>
            <a:off x="5408060" y="2634543"/>
            <a:ext cx="34671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Từ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điển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98D11D8F-0BB6-6F9D-244D-F3A2C55403F7}"/>
              </a:ext>
            </a:extLst>
          </p:cNvPr>
          <p:cNvSpPr/>
          <p:nvPr/>
        </p:nvSpPr>
        <p:spPr>
          <a:xfrm>
            <a:off x="5560460" y="3937232"/>
            <a:ext cx="3467100" cy="275378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Bài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viết</a:t>
            </a:r>
            <a:r>
              <a:rPr lang="en-US" sz="4000" b="1" dirty="0">
                <a:solidFill>
                  <a:schemeClr val="tx1"/>
                </a:solidFill>
              </a:rPr>
              <a:t>; </a:t>
            </a:r>
            <a:r>
              <a:rPr lang="en-US" sz="4000" b="1" dirty="0" err="1">
                <a:solidFill>
                  <a:schemeClr val="tx1"/>
                </a:solidFill>
              </a:rPr>
              <a:t>tài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liệu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viết</a:t>
            </a:r>
            <a:r>
              <a:rPr lang="en-US" sz="4000" b="1" dirty="0">
                <a:solidFill>
                  <a:schemeClr val="tx1"/>
                </a:solidFill>
              </a:rPr>
              <a:t>, </a:t>
            </a:r>
            <a:r>
              <a:rPr lang="en-US" sz="4000" b="1" dirty="0" err="1">
                <a:solidFill>
                  <a:schemeClr val="tx1"/>
                </a:solidFill>
              </a:rPr>
              <a:t>văn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kiện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83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9" grpId="0" animBg="1"/>
      <p:bldP spid="11" grpId="0" animBg="1"/>
      <p:bldP spid="12" grpId="0" animBg="1"/>
      <p:bldP spid="16" grpId="0" animBg="1"/>
      <p:bldP spid="17" grpId="0" animBg="1"/>
      <p:bldP spid="3" grpId="0" animBg="1"/>
      <p:bldP spid="4" grpId="0" animBg="1"/>
      <p:bldP spid="15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話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2133600"/>
            <a:ext cx="1295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Nói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chuyện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Thoại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48200" y="1600200"/>
            <a:ext cx="2514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はなし</a:t>
            </a:r>
            <a:endParaRPr lang="en-US" altLang="ja-JP" sz="3200" b="1" dirty="0">
              <a:solidFill>
                <a:schemeClr val="tx1"/>
              </a:solidFill>
            </a:endParaRPr>
          </a:p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はな・します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33600" y="228600"/>
            <a:ext cx="2133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わ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808897-A8C3-4712-94C7-9BC38215F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58464">
            <a:off x="229365" y="4744237"/>
            <a:ext cx="4970754" cy="18179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217" name="Picture 1" descr="漢字「話」の筆順(書き順)解説アニメーション">
            <a:extLst>
              <a:ext uri="{FF2B5EF4-FFF2-40B4-BE49-F238E27FC236}">
                <a16:creationId xmlns:a16="http://schemas.microsoft.com/office/drawing/2014/main" id="{4A3A194E-6985-41DE-AE5D-0021D79E6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1FB62-949D-9684-C8AB-57DD5A9B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E36FACF-5929-65C4-A3CE-B7ADB748300C}"/>
              </a:ext>
            </a:extLst>
          </p:cNvPr>
          <p:cNvSpPr/>
          <p:nvPr/>
        </p:nvSpPr>
        <p:spPr>
          <a:xfrm>
            <a:off x="6781800" y="116440"/>
            <a:ext cx="1676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chuyện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34A6FE-B71C-961E-FC43-F33DC065416B}"/>
              </a:ext>
            </a:extLst>
          </p:cNvPr>
          <p:cNvSpPr/>
          <p:nvPr/>
        </p:nvSpPr>
        <p:spPr>
          <a:xfrm>
            <a:off x="3657600" y="284453"/>
            <a:ext cx="2514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はなし</a:t>
            </a:r>
            <a:endParaRPr lang="en-US" altLang="ja-JP" sz="32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7FB369-76B0-D0B4-C7D0-95992F1D3482}"/>
              </a:ext>
            </a:extLst>
          </p:cNvPr>
          <p:cNvSpPr/>
          <p:nvPr/>
        </p:nvSpPr>
        <p:spPr>
          <a:xfrm>
            <a:off x="457200" y="2628900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会話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E95CF7B-7B8F-CB27-95C4-9CFBD0AC547F}"/>
              </a:ext>
            </a:extLst>
          </p:cNvPr>
          <p:cNvSpPr/>
          <p:nvPr/>
        </p:nvSpPr>
        <p:spPr>
          <a:xfrm>
            <a:off x="3638764" y="2683267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かいわ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4982DA3-3C06-8971-D6E2-B2EF477A5725}"/>
              </a:ext>
            </a:extLst>
          </p:cNvPr>
          <p:cNvSpPr/>
          <p:nvPr/>
        </p:nvSpPr>
        <p:spPr>
          <a:xfrm>
            <a:off x="457200" y="4062440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電話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44EF84F-64AD-4F84-EEAB-3C9F16103CD3}"/>
              </a:ext>
            </a:extLst>
          </p:cNvPr>
          <p:cNvSpPr/>
          <p:nvPr/>
        </p:nvSpPr>
        <p:spPr>
          <a:xfrm>
            <a:off x="3625921" y="3991377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でんわ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42E67DCD-3769-4A90-316E-E890833C6B90}"/>
              </a:ext>
            </a:extLst>
          </p:cNvPr>
          <p:cNvSpPr/>
          <p:nvPr/>
        </p:nvSpPr>
        <p:spPr>
          <a:xfrm>
            <a:off x="321720" y="255343"/>
            <a:ext cx="2514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話</a:t>
            </a:r>
            <a:endParaRPr lang="en-US" altLang="ja-JP" sz="3200" b="1" dirty="0">
              <a:solidFill>
                <a:schemeClr val="tx1"/>
              </a:solidFill>
            </a:endParaRP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AC9BC164-A139-E64B-5C8C-A9A267BDA587}"/>
              </a:ext>
            </a:extLst>
          </p:cNvPr>
          <p:cNvSpPr/>
          <p:nvPr/>
        </p:nvSpPr>
        <p:spPr>
          <a:xfrm>
            <a:off x="381000" y="1423961"/>
            <a:ext cx="2514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話</a:t>
            </a:r>
            <a:r>
              <a:rPr lang="ja-JP" altLang="en-US" sz="3200" b="1" dirty="0">
                <a:solidFill>
                  <a:schemeClr val="tx1"/>
                </a:solidFill>
              </a:rPr>
              <a:t>します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C81A8592-1BD6-A043-A499-E745AED30A70}"/>
              </a:ext>
            </a:extLst>
          </p:cNvPr>
          <p:cNvSpPr/>
          <p:nvPr/>
        </p:nvSpPr>
        <p:spPr>
          <a:xfrm>
            <a:off x="3712396" y="1480335"/>
            <a:ext cx="2514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はな・</a:t>
            </a:r>
            <a:r>
              <a:rPr lang="ja-JP" altLang="en-US" sz="3200" b="1" dirty="0">
                <a:solidFill>
                  <a:schemeClr val="tx1"/>
                </a:solidFill>
              </a:rPr>
              <a:t>します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245D34DC-0F14-762D-EA4F-8EDFE2176416}"/>
              </a:ext>
            </a:extLst>
          </p:cNvPr>
          <p:cNvSpPr/>
          <p:nvPr/>
        </p:nvSpPr>
        <p:spPr>
          <a:xfrm>
            <a:off x="6794643" y="1404563"/>
            <a:ext cx="1676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Nói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chuyện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CD119962-6F21-A6E7-AB81-1F3BCC059770}"/>
              </a:ext>
            </a:extLst>
          </p:cNvPr>
          <p:cNvSpPr/>
          <p:nvPr/>
        </p:nvSpPr>
        <p:spPr>
          <a:xfrm>
            <a:off x="6553200" y="2646023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err="1">
                <a:solidFill>
                  <a:schemeClr val="tx1"/>
                </a:solidFill>
              </a:rPr>
              <a:t>Hội</a:t>
            </a:r>
            <a:r>
              <a:rPr lang="en-US" altLang="ja-JP" sz="4000" b="1" dirty="0">
                <a:solidFill>
                  <a:schemeClr val="tx1"/>
                </a:solidFill>
              </a:rPr>
              <a:t> </a:t>
            </a:r>
            <a:r>
              <a:rPr lang="en-US" altLang="ja-JP" sz="4000" b="1" dirty="0" err="1">
                <a:solidFill>
                  <a:schemeClr val="tx1"/>
                </a:solidFill>
              </a:rPr>
              <a:t>thoại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0D9B8B03-E3E3-E998-A07C-684455F74075}"/>
              </a:ext>
            </a:extLst>
          </p:cNvPr>
          <p:cNvSpPr/>
          <p:nvPr/>
        </p:nvSpPr>
        <p:spPr>
          <a:xfrm>
            <a:off x="6451743" y="4025624"/>
            <a:ext cx="2362200" cy="123217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err="1">
                <a:solidFill>
                  <a:schemeClr val="tx1"/>
                </a:solidFill>
              </a:rPr>
              <a:t>Điện</a:t>
            </a:r>
            <a:r>
              <a:rPr lang="en-US" altLang="ja-JP" sz="4000" b="1" dirty="0">
                <a:solidFill>
                  <a:schemeClr val="tx1"/>
                </a:solidFill>
              </a:rPr>
              <a:t> </a:t>
            </a:r>
            <a:r>
              <a:rPr lang="en-US" altLang="ja-JP" sz="4000" b="1" dirty="0" err="1">
                <a:solidFill>
                  <a:schemeClr val="tx1"/>
                </a:solidFill>
              </a:rPr>
              <a:t>thoại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05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8" grpId="0" animBg="1"/>
      <p:bldP spid="10" grpId="0" animBg="1"/>
      <p:bldP spid="11" grpId="0" animBg="1"/>
      <p:bldP spid="13" grpId="0" animBg="1"/>
      <p:bldP spid="2" grpId="0" animBg="1"/>
      <p:bldP spid="3" grpId="0" animBg="1"/>
      <p:bldP spid="4" grpId="0" animBg="1"/>
      <p:bldP spid="15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寺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304800" y="2243137"/>
            <a:ext cx="1295400" cy="106680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Chùa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Tự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48200" y="1524000"/>
            <a:ext cx="2819400" cy="1143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てら</a:t>
            </a:r>
            <a:endParaRPr lang="en-US" altLang="ja-JP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981200" y="457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じ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4634EC-27F2-424C-A323-9499EB6B1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27270">
            <a:off x="297192" y="4848637"/>
            <a:ext cx="4295775" cy="16478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41" name="Picture 1" descr="漢字「寺」の筆順(書き順)解説アニメーション">
            <a:extLst>
              <a:ext uri="{FF2B5EF4-FFF2-40B4-BE49-F238E27FC236}">
                <a16:creationId xmlns:a16="http://schemas.microsoft.com/office/drawing/2014/main" id="{2F884CF1-1DEC-4E7F-9F6C-C2A3FC063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D3176D93-615E-4E82-A5EA-528D8BA1A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言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2133600"/>
            <a:ext cx="1295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Nói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Ngôn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24400" y="2057400"/>
            <a:ext cx="2133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い・います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33600" y="228600"/>
            <a:ext cx="2133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げん</a:t>
            </a:r>
            <a:r>
              <a:rPr lang="en-US" altLang="ja-JP" sz="3200" b="1" dirty="0">
                <a:solidFill>
                  <a:schemeClr val="tx1"/>
                </a:solidFill>
              </a:rPr>
              <a:t>/</a:t>
            </a:r>
            <a:r>
              <a:rPr lang="ja-JP" altLang="en-US" sz="3200" b="1">
                <a:solidFill>
                  <a:schemeClr val="tx1"/>
                </a:solidFill>
              </a:rPr>
              <a:t>ごん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ED8ABB-5FE0-4EE3-B338-513A2411F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55523">
            <a:off x="291912" y="4700230"/>
            <a:ext cx="5008404" cy="19601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265" name="Picture 1" descr="漢字「言」の筆順(書き順)解説アニメーション">
            <a:extLst>
              <a:ext uri="{FF2B5EF4-FFF2-40B4-BE49-F238E27FC236}">
                <a16:creationId xmlns:a16="http://schemas.microsoft.com/office/drawing/2014/main" id="{385E4B7F-6122-478D-913B-3BAAED887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7FF00019-5652-4097-B59A-54DD78FED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29F5-11F4-4C71-C669-801C9814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AEA2D6-657D-D774-1852-0E4EC22C9DC5}"/>
              </a:ext>
            </a:extLst>
          </p:cNvPr>
          <p:cNvSpPr/>
          <p:nvPr/>
        </p:nvSpPr>
        <p:spPr>
          <a:xfrm>
            <a:off x="2802107" y="381000"/>
            <a:ext cx="2133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い・</a:t>
            </a:r>
            <a:r>
              <a:rPr lang="ja-JP" altLang="en-US" sz="3200" b="1" dirty="0">
                <a:solidFill>
                  <a:schemeClr val="tx1"/>
                </a:solidFill>
              </a:rPr>
              <a:t>います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3E4F9A5-95EA-9B2E-454B-1C9BCDCD65DF}"/>
              </a:ext>
            </a:extLst>
          </p:cNvPr>
          <p:cNvSpPr/>
          <p:nvPr/>
        </p:nvSpPr>
        <p:spPr>
          <a:xfrm>
            <a:off x="533400" y="1544836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言葉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D3DD88-CFD0-8461-1467-AC70FDDFC187}"/>
              </a:ext>
            </a:extLst>
          </p:cNvPr>
          <p:cNvSpPr/>
          <p:nvPr/>
        </p:nvSpPr>
        <p:spPr>
          <a:xfrm>
            <a:off x="2796114" y="1579939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ことば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C69B4C7-2B3B-4FD2-76DA-306773DB6084}"/>
              </a:ext>
            </a:extLst>
          </p:cNvPr>
          <p:cNvSpPr/>
          <p:nvPr/>
        </p:nvSpPr>
        <p:spPr>
          <a:xfrm>
            <a:off x="533400" y="2971800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言語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265A4E6-9397-90A6-391B-AE73AD2D8339}"/>
              </a:ext>
            </a:extLst>
          </p:cNvPr>
          <p:cNvSpPr/>
          <p:nvPr/>
        </p:nvSpPr>
        <p:spPr>
          <a:xfrm>
            <a:off x="2796114" y="2971800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げんご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216A85D-2C5C-A97D-9CFE-6C9A421F3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4C597EE2-25FA-3F11-5A35-600C2ED086C8}"/>
              </a:ext>
            </a:extLst>
          </p:cNvPr>
          <p:cNvSpPr/>
          <p:nvPr/>
        </p:nvSpPr>
        <p:spPr>
          <a:xfrm>
            <a:off x="304800" y="369730"/>
            <a:ext cx="2133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rgbClr val="FF0000"/>
                </a:solidFill>
                <a:highlight>
                  <a:srgbClr val="FFFF00"/>
                </a:highlight>
              </a:rPr>
              <a:t>言</a:t>
            </a:r>
            <a:r>
              <a:rPr lang="ja-JP" altLang="en-US" sz="3200" b="1" dirty="0">
                <a:solidFill>
                  <a:schemeClr val="tx1"/>
                </a:solidFill>
              </a:rPr>
              <a:t>います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55FCE9D5-49CB-65EA-BDC9-CBDE8EB9BE41}"/>
              </a:ext>
            </a:extLst>
          </p:cNvPr>
          <p:cNvSpPr/>
          <p:nvPr/>
        </p:nvSpPr>
        <p:spPr>
          <a:xfrm>
            <a:off x="6019800" y="304800"/>
            <a:ext cx="21336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b="1" dirty="0">
                <a:solidFill>
                  <a:schemeClr val="tx1"/>
                </a:solidFill>
              </a:rPr>
              <a:t>Nói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EAF5DA2D-DBA2-5F3A-C213-499574FD01A1}"/>
              </a:ext>
            </a:extLst>
          </p:cNvPr>
          <p:cNvSpPr/>
          <p:nvPr/>
        </p:nvSpPr>
        <p:spPr>
          <a:xfrm>
            <a:off x="6061584" y="1579938"/>
            <a:ext cx="2362200" cy="116326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err="1">
                <a:solidFill>
                  <a:schemeClr val="tx1"/>
                </a:solidFill>
              </a:rPr>
              <a:t>Lời</a:t>
            </a:r>
            <a:r>
              <a:rPr lang="en-US" altLang="ja-JP" sz="4000" b="1" dirty="0">
                <a:solidFill>
                  <a:schemeClr val="tx1"/>
                </a:solidFill>
              </a:rPr>
              <a:t> </a:t>
            </a:r>
            <a:r>
              <a:rPr lang="en-US" altLang="ja-JP" sz="4000" b="1" dirty="0" err="1">
                <a:solidFill>
                  <a:schemeClr val="tx1"/>
                </a:solidFill>
              </a:rPr>
              <a:t>nói</a:t>
            </a:r>
            <a:endParaRPr lang="en-US" altLang="ja-JP" sz="4000" b="1" dirty="0">
              <a:solidFill>
                <a:schemeClr val="tx1"/>
              </a:solidFill>
            </a:endParaRPr>
          </a:p>
          <a:p>
            <a:pPr algn="ctr"/>
            <a:r>
              <a:rPr lang="en-US" sz="4000" b="1" dirty="0" err="1">
                <a:solidFill>
                  <a:schemeClr val="tx1"/>
                </a:solidFill>
              </a:rPr>
              <a:t>Từ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C660D3AD-957C-5E61-0CB2-34A311B4CEBC}"/>
              </a:ext>
            </a:extLst>
          </p:cNvPr>
          <p:cNvSpPr/>
          <p:nvPr/>
        </p:nvSpPr>
        <p:spPr>
          <a:xfrm>
            <a:off x="6019800" y="2974656"/>
            <a:ext cx="23622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err="1">
                <a:solidFill>
                  <a:schemeClr val="tx1"/>
                </a:solidFill>
              </a:rPr>
              <a:t>Ngôn</a:t>
            </a:r>
            <a:r>
              <a:rPr lang="en-US" altLang="ja-JP" sz="4000" b="1" dirty="0">
                <a:solidFill>
                  <a:schemeClr val="tx1"/>
                </a:solidFill>
              </a:rPr>
              <a:t> </a:t>
            </a:r>
            <a:r>
              <a:rPr lang="en-US" altLang="ja-JP" sz="4000" b="1" dirty="0" err="1">
                <a:solidFill>
                  <a:schemeClr val="tx1"/>
                </a:solidFill>
              </a:rPr>
              <a:t>ngữ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36829BE8-DC6B-068F-AE6B-009C96AC3CA8}"/>
              </a:ext>
            </a:extLst>
          </p:cNvPr>
          <p:cNvSpPr/>
          <p:nvPr/>
        </p:nvSpPr>
        <p:spPr>
          <a:xfrm>
            <a:off x="524838" y="4398764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言語学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9" name="Rounded Rectangle 12">
            <a:extLst>
              <a:ext uri="{FF2B5EF4-FFF2-40B4-BE49-F238E27FC236}">
                <a16:creationId xmlns:a16="http://schemas.microsoft.com/office/drawing/2014/main" id="{F7E55839-DDEF-5242-F3D3-59756B981302}"/>
              </a:ext>
            </a:extLst>
          </p:cNvPr>
          <p:cNvSpPr/>
          <p:nvPr/>
        </p:nvSpPr>
        <p:spPr>
          <a:xfrm>
            <a:off x="2815806" y="4363661"/>
            <a:ext cx="3245778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げんごがく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48EA2293-9C59-271F-9143-B1103285870D}"/>
              </a:ext>
            </a:extLst>
          </p:cNvPr>
          <p:cNvSpPr/>
          <p:nvPr/>
        </p:nvSpPr>
        <p:spPr>
          <a:xfrm>
            <a:off x="5490771" y="5410200"/>
            <a:ext cx="3503826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chemeClr val="tx1"/>
                </a:solidFill>
              </a:rPr>
              <a:t>Khoa </a:t>
            </a:r>
            <a:r>
              <a:rPr lang="en-US" altLang="ja-JP" sz="3600" b="1" dirty="0" err="1">
                <a:solidFill>
                  <a:schemeClr val="tx1"/>
                </a:solidFill>
              </a:rPr>
              <a:t>Ngôn</a:t>
            </a:r>
            <a:r>
              <a:rPr lang="en-US" altLang="ja-JP" sz="3600" b="1" dirty="0">
                <a:solidFill>
                  <a:schemeClr val="tx1"/>
                </a:solidFill>
              </a:rPr>
              <a:t> </a:t>
            </a:r>
            <a:r>
              <a:rPr lang="en-US" altLang="ja-JP" sz="3600" b="1" dirty="0" err="1">
                <a:solidFill>
                  <a:schemeClr val="tx1"/>
                </a:solidFill>
              </a:rPr>
              <a:t>ngữ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16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 animBg="1"/>
      <p:bldP spid="11" grpId="0" animBg="1"/>
      <p:bldP spid="13" grpId="0" animBg="1"/>
      <p:bldP spid="3" grpId="0" animBg="1"/>
      <p:bldP spid="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田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2057400"/>
            <a:ext cx="1295400" cy="9906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Ruộng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Điền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24400" y="2057400"/>
            <a:ext cx="19812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た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33600" y="228600"/>
            <a:ext cx="2133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でん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5B3E394-601A-491F-BF16-D179AF4A5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83992">
            <a:off x="237932" y="4763058"/>
            <a:ext cx="4338522" cy="16597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3" name="Picture 1" descr="漢字「田」の筆順(書き順)解説アニメーション">
            <a:extLst>
              <a:ext uri="{FF2B5EF4-FFF2-40B4-BE49-F238E27FC236}">
                <a16:creationId xmlns:a16="http://schemas.microsoft.com/office/drawing/2014/main" id="{36CDFFE5-5347-4769-87DA-582D8B8B6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82547F88-048E-4760-A1C9-59BDF6632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C714C-47EC-A1FA-3BBF-64F8BD64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1793B7-8597-9395-F1F6-F3C547175D64}"/>
              </a:ext>
            </a:extLst>
          </p:cNvPr>
          <p:cNvSpPr/>
          <p:nvPr/>
        </p:nvSpPr>
        <p:spPr>
          <a:xfrm>
            <a:off x="5867400" y="299832"/>
            <a:ext cx="3124200" cy="1147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Ruộng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cánh</a:t>
            </a:r>
            <a:r>
              <a:rPr lang="en-US" sz="3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3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lúa</a:t>
            </a:r>
            <a:endParaRPr lang="en-US" sz="3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966A99-AC84-A42C-F28B-2D1EA940E2F3}"/>
              </a:ext>
            </a:extLst>
          </p:cNvPr>
          <p:cNvSpPr/>
          <p:nvPr/>
        </p:nvSpPr>
        <p:spPr>
          <a:xfrm>
            <a:off x="349793" y="299833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  <a:highlight>
                  <a:srgbClr val="FF00FF"/>
                </a:highlight>
              </a:rPr>
              <a:t>田</a:t>
            </a:r>
            <a:r>
              <a:rPr lang="ja-JP" altLang="en-US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んぼ</a:t>
            </a:r>
            <a:endParaRPr lang="en-US" sz="4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0F19CE8-5CF0-5A31-D40F-C008699B5576}"/>
              </a:ext>
            </a:extLst>
          </p:cNvPr>
          <p:cNvSpPr/>
          <p:nvPr/>
        </p:nvSpPr>
        <p:spPr>
          <a:xfrm>
            <a:off x="3200400" y="381000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  <a:highlight>
                  <a:srgbClr val="FF00FF"/>
                </a:highlight>
              </a:rPr>
              <a:t>た</a:t>
            </a:r>
            <a:r>
              <a:rPr lang="ja-JP" altLang="en-US" sz="4000" b="1" dirty="0">
                <a:solidFill>
                  <a:srgbClr val="FF0000"/>
                </a:solidFill>
                <a:highlight>
                  <a:srgbClr val="FFFF00"/>
                </a:highlight>
              </a:rPr>
              <a:t>んぼ</a:t>
            </a:r>
            <a:endParaRPr lang="en-US" sz="4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0D57ED8-C906-C273-B5A9-AF3CE1E2D424}"/>
              </a:ext>
            </a:extLst>
          </p:cNvPr>
          <p:cNvSpPr/>
          <p:nvPr/>
        </p:nvSpPr>
        <p:spPr>
          <a:xfrm>
            <a:off x="326676" y="1864331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水田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CC6D88E-4340-C33A-A179-D9907AA124D0}"/>
              </a:ext>
            </a:extLst>
          </p:cNvPr>
          <p:cNvSpPr/>
          <p:nvPr/>
        </p:nvSpPr>
        <p:spPr>
          <a:xfrm>
            <a:off x="2895600" y="1887448"/>
            <a:ext cx="2514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すいでん</a:t>
            </a:r>
            <a:endParaRPr lang="en-US" altLang="ja-JP" sz="4000" b="1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1CCD690-DAFA-23BE-A317-E9CE93BA2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7BBA92B3-6663-D5E8-DCB1-5767CAC9A246}"/>
              </a:ext>
            </a:extLst>
          </p:cNvPr>
          <p:cNvSpPr/>
          <p:nvPr/>
        </p:nvSpPr>
        <p:spPr>
          <a:xfrm>
            <a:off x="6057900" y="1770668"/>
            <a:ext cx="2743200" cy="1147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Ruộng</a:t>
            </a:r>
            <a:r>
              <a:rPr lang="ja-JP" altLang="en-US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4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lúa</a:t>
            </a:r>
            <a:r>
              <a:rPr lang="en-US" altLang="ja-JP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4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nước</a:t>
            </a:r>
            <a:endParaRPr lang="en-US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83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3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貝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1600200"/>
            <a:ext cx="1295400" cy="1447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sò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Bối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24400" y="2057400"/>
            <a:ext cx="16002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かい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5ADDB26-E562-4E55-9B2B-1B1265E2E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228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漢字「貝」の筆順(書き順)解説アニメーション">
            <a:extLst>
              <a:ext uri="{FF2B5EF4-FFF2-40B4-BE49-F238E27FC236}">
                <a16:creationId xmlns:a16="http://schemas.microsoft.com/office/drawing/2014/main" id="{5C8EBEB8-46E0-4A56-B03E-F5F0904E6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429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力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228600" y="2133600"/>
            <a:ext cx="12954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Sức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lực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828800"/>
            <a:ext cx="1905000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ちから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33600" y="228600"/>
            <a:ext cx="2133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りょく</a:t>
            </a:r>
            <a:r>
              <a:rPr lang="en-US" altLang="ja-JP" sz="3200" b="1" dirty="0">
                <a:solidFill>
                  <a:schemeClr val="tx1"/>
                </a:solidFill>
              </a:rPr>
              <a:t>/</a:t>
            </a:r>
            <a:r>
              <a:rPr lang="ja-JP" altLang="en-US" sz="3200" b="1">
                <a:solidFill>
                  <a:schemeClr val="tx1"/>
                </a:solidFill>
              </a:rPr>
              <a:t>りき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6A47D1-EB88-4F95-A0AA-6D60F1E43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9122">
            <a:off x="284059" y="4875978"/>
            <a:ext cx="4248150" cy="1685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337" name="Picture 1" descr="漢字「力」の筆順(書き順)解説アニメーション">
            <a:extLst>
              <a:ext uri="{FF2B5EF4-FFF2-40B4-BE49-F238E27FC236}">
                <a16:creationId xmlns:a16="http://schemas.microsoft.com/office/drawing/2014/main" id="{C09198D6-46DF-4BE4-8C9D-2014F41B8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54657C3B-3E4A-48E6-AC01-8537EAD67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1C94B-4C1F-45C2-0C68-F4608B64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604F419-A161-246B-13EE-DCB8593DB7B2}"/>
              </a:ext>
            </a:extLst>
          </p:cNvPr>
          <p:cNvSpPr/>
          <p:nvPr/>
        </p:nvSpPr>
        <p:spPr>
          <a:xfrm>
            <a:off x="2543710" y="524408"/>
            <a:ext cx="3424719" cy="914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力（ちから）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D38058-6F4C-8860-B968-97DAB9125418}"/>
              </a:ext>
            </a:extLst>
          </p:cNvPr>
          <p:cNvSpPr/>
          <p:nvPr/>
        </p:nvSpPr>
        <p:spPr>
          <a:xfrm>
            <a:off x="457200" y="2577102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水力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DB47B7-F7CF-D383-D5F7-12F1A8E60EC8}"/>
              </a:ext>
            </a:extLst>
          </p:cNvPr>
          <p:cNvSpPr/>
          <p:nvPr/>
        </p:nvSpPr>
        <p:spPr>
          <a:xfrm>
            <a:off x="2819400" y="2545422"/>
            <a:ext cx="25908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すいりょく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63413C-1EC6-5712-D53D-FC5CAB1ADCB8}"/>
              </a:ext>
            </a:extLst>
          </p:cNvPr>
          <p:cNvSpPr/>
          <p:nvPr/>
        </p:nvSpPr>
        <p:spPr>
          <a:xfrm>
            <a:off x="457200" y="4114800"/>
            <a:ext cx="205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火力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36F56F-A1FE-A51A-9C31-2CF632AAC33B}"/>
              </a:ext>
            </a:extLst>
          </p:cNvPr>
          <p:cNvSpPr/>
          <p:nvPr/>
        </p:nvSpPr>
        <p:spPr>
          <a:xfrm>
            <a:off x="2819400" y="4114800"/>
            <a:ext cx="25908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かりょく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4337" name="Picture 1" descr="漢字「力」の筆順(書き順)解説アニメーション">
            <a:extLst>
              <a:ext uri="{FF2B5EF4-FFF2-40B4-BE49-F238E27FC236}">
                <a16:creationId xmlns:a16="http://schemas.microsoft.com/office/drawing/2014/main" id="{0CD362DA-97E3-110B-B9BF-5CB3BDF98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2362201" cy="236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74D92CFA-5C7D-D98C-A8E4-DF59FD22B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0B9A3A13-F4AE-CE63-AD5C-AFB7B7EF3FA6}"/>
              </a:ext>
            </a:extLst>
          </p:cNvPr>
          <p:cNvSpPr/>
          <p:nvPr/>
        </p:nvSpPr>
        <p:spPr>
          <a:xfrm>
            <a:off x="6400800" y="524408"/>
            <a:ext cx="2362201" cy="91439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Sức</a:t>
            </a:r>
            <a:r>
              <a:rPr lang="en-US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Lực </a:t>
            </a: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53585B37-7045-E85C-546E-2B6CA2675A9D}"/>
              </a:ext>
            </a:extLst>
          </p:cNvPr>
          <p:cNvSpPr/>
          <p:nvPr/>
        </p:nvSpPr>
        <p:spPr>
          <a:xfrm>
            <a:off x="5943600" y="2362200"/>
            <a:ext cx="3048000" cy="13715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Thủy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endParaRPr lang="en-US" altLang="ja-JP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8D1D1142-FFB6-2072-5CE1-3747FA6531BA}"/>
              </a:ext>
            </a:extLst>
          </p:cNvPr>
          <p:cNvSpPr/>
          <p:nvPr/>
        </p:nvSpPr>
        <p:spPr>
          <a:xfrm>
            <a:off x="5943600" y="4114799"/>
            <a:ext cx="2590800" cy="13715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Hỏa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endParaRPr lang="en-US" altLang="ja-JP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lửa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555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 animBg="1"/>
      <p:bldP spid="11" grpId="0" animBg="1"/>
      <p:bldP spid="13" grpId="0" animBg="1"/>
      <p:bldP spid="3" grpId="0" animBg="1"/>
      <p:bldP spid="4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76400" y="1295400"/>
            <a:ext cx="2971800" cy="2438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600"/>
              <a:t>門</a:t>
            </a:r>
            <a:endParaRPr lang="en-US" sz="16600" dirty="0"/>
          </a:p>
        </p:txBody>
      </p:sp>
      <p:sp>
        <p:nvSpPr>
          <p:cNvPr id="6" name="Rounded Rectangle 5"/>
          <p:cNvSpPr/>
          <p:nvPr/>
        </p:nvSpPr>
        <p:spPr>
          <a:xfrm>
            <a:off x="381000" y="2171700"/>
            <a:ext cx="1295400" cy="8382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Cánh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cổng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33600" y="3886200"/>
            <a:ext cx="19050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Môn</a:t>
            </a:r>
            <a:endParaRPr lang="en-US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33600" y="228600"/>
            <a:ext cx="2133600" cy="76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>
                <a:solidFill>
                  <a:schemeClr val="tx1"/>
                </a:solidFill>
              </a:rPr>
              <a:t>もん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A1B0B9-C759-4BA7-A6BD-68901537E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57849">
            <a:off x="319956" y="4778063"/>
            <a:ext cx="4362450" cy="1666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361" name="Picture 1" descr="漢字「門」の筆順(書き順)解説アニメーション">
            <a:extLst>
              <a:ext uri="{FF2B5EF4-FFF2-40B4-BE49-F238E27FC236}">
                <a16:creationId xmlns:a16="http://schemas.microsoft.com/office/drawing/2014/main" id="{1517F73D-7EAD-4F56-87E2-4A1E9464F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E4CAAD87-E96C-43E9-8B36-D76515814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Hiragino Kaku Gothic ProN"/>
              </a:rPr>
              <a:t> </a:t>
            </a:r>
            <a:r>
              <a:rPr kumimoji="0" lang="ja-JP" altLang="ja-JP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ja-JP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762000" y="533400"/>
            <a:ext cx="2514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大学の門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0" y="533400"/>
            <a:ext cx="3810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tx1"/>
                </a:solidFill>
              </a:rPr>
              <a:t>だいがくのもん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8534B014-E948-4E7B-99DD-E793FD1FF4F8}"/>
              </a:ext>
            </a:extLst>
          </p:cNvPr>
          <p:cNvSpPr/>
          <p:nvPr/>
        </p:nvSpPr>
        <p:spPr>
          <a:xfrm>
            <a:off x="914400" y="2971800"/>
            <a:ext cx="25146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学校の門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FE502270-1AB8-4EE5-97FE-7DDBE360D11E}"/>
              </a:ext>
            </a:extLst>
          </p:cNvPr>
          <p:cNvSpPr/>
          <p:nvPr/>
        </p:nvSpPr>
        <p:spPr>
          <a:xfrm>
            <a:off x="4267200" y="2971800"/>
            <a:ext cx="38100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tx1"/>
                </a:solidFill>
              </a:rPr>
              <a:t>がっこうのもん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41D0C6CA-548C-9E79-DC64-C29AF17D6397}"/>
              </a:ext>
            </a:extLst>
          </p:cNvPr>
          <p:cNvSpPr/>
          <p:nvPr/>
        </p:nvSpPr>
        <p:spPr>
          <a:xfrm>
            <a:off x="1752600" y="1720065"/>
            <a:ext cx="586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D0A3E94E-9F7C-5096-3FBE-E0F400744352}"/>
              </a:ext>
            </a:extLst>
          </p:cNvPr>
          <p:cNvSpPr/>
          <p:nvPr/>
        </p:nvSpPr>
        <p:spPr>
          <a:xfrm>
            <a:off x="1764587" y="4343400"/>
            <a:ext cx="5867400" cy="9144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ja-JP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69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2" grpId="0" animBg="1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1318</TotalTime>
  <Words>650</Words>
  <Application>Microsoft Office PowerPoint</Application>
  <PresentationFormat>On-screen Show (4:3)</PresentationFormat>
  <Paragraphs>277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NtMotoyaKyotai</vt:lpstr>
      <vt:lpstr>Arial</vt:lpstr>
      <vt:lpstr>Calibri</vt:lpstr>
      <vt:lpstr>Times New Roman</vt:lpstr>
      <vt:lpstr>Office Theme</vt:lpstr>
      <vt:lpstr>漢字たまご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bachgia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bachtrang</dc:creator>
  <cp:lastModifiedBy>Nhat Minh Nguyen</cp:lastModifiedBy>
  <cp:revision>223</cp:revision>
  <dcterms:created xsi:type="dcterms:W3CDTF">2010-05-15T16:32:28Z</dcterms:created>
  <dcterms:modified xsi:type="dcterms:W3CDTF">2025-10-22T10:12:33Z</dcterms:modified>
</cp:coreProperties>
</file>