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  <p:sldMasterId id="2147483676" r:id="rId2"/>
  </p:sldMasterIdLst>
  <p:notesMasterIdLst>
    <p:notesMasterId r:id="rId11"/>
  </p:notesMasterIdLst>
  <p:sldIdLst>
    <p:sldId id="257" r:id="rId3"/>
    <p:sldId id="258" r:id="rId4"/>
    <p:sldId id="259" r:id="rId5"/>
    <p:sldId id="273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FB79-D300-4D62-B1BB-417A70210E0C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28F83-BFBF-48E5-9812-FA471493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53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4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9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07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23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47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8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3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2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7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6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03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189" y="2081348"/>
            <a:ext cx="7827270" cy="1467080"/>
          </a:xfrm>
        </p:spPr>
        <p:txBody>
          <a:bodyPr>
            <a:normAutofit/>
          </a:bodyPr>
          <a:lstStyle/>
          <a:p>
            <a:r>
              <a:rPr lang="en-US" sz="4400" dirty="0"/>
              <a:t>Contents at a glance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about software requirement </a:t>
            </a:r>
            <a:endParaRPr lang="en-US" sz="4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>
                <a:solidFill>
                  <a:srgbClr val="FFC000"/>
                </a:solidFill>
              </a:rPr>
              <a:t>GV: ĐỖ TẤN NHÀN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5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Software</a:t>
            </a:r>
            <a:r>
              <a:rPr lang="en-US" sz="3200" dirty="0" smtClean="0"/>
              <a:t> Development Life Cycle</a:t>
            </a:r>
            <a:endParaRPr lang="en-US" sz="3200" dirty="0"/>
          </a:p>
        </p:txBody>
      </p:sp>
      <p:pic>
        <p:nvPicPr>
          <p:cNvPr id="1026" name="Picture 2" descr="https://www.ntaskmanager.com/wp-content/uploads/2020/05/Software-Development-life-cycle-phases-768x4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8" y="1184231"/>
            <a:ext cx="8993585" cy="482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2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83" y="1043015"/>
            <a:ext cx="7053944" cy="55673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357" y="4600575"/>
            <a:ext cx="42576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5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18" y="1130209"/>
            <a:ext cx="8303943" cy="232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3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062446"/>
            <a:ext cx="6962775" cy="5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8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101770"/>
            <a:ext cx="8091400" cy="23816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48" y="3385459"/>
            <a:ext cx="7965331" cy="13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73" y="1108982"/>
            <a:ext cx="6729141" cy="239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7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4" y="191588"/>
            <a:ext cx="6714312" cy="795213"/>
          </a:xfrm>
        </p:spPr>
        <p:txBody>
          <a:bodyPr>
            <a:noAutofit/>
          </a:bodyPr>
          <a:lstStyle/>
          <a:p>
            <a:r>
              <a:rPr lang="en-US" dirty="0"/>
              <a:t>Contents at a </a:t>
            </a:r>
            <a:r>
              <a:rPr lang="en-US" dirty="0" smtClean="0"/>
              <a:t>glance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" y="1119460"/>
            <a:ext cx="8008504" cy="14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E47A677D-E52F-45FC-9090-F05AAD03D818}" vid="{B9C4DED7-E0BA-4BCD-B007-94155436C6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983</TotalTime>
  <Words>37</Words>
  <Application>Microsoft Office PowerPoint</Application>
  <PresentationFormat>On-screen Show (4:3)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Myriad Pro</vt:lpstr>
      <vt:lpstr>Arial</vt:lpstr>
      <vt:lpstr>Calibri</vt:lpstr>
      <vt:lpstr>Theme</vt:lpstr>
      <vt:lpstr>Custom Design</vt:lpstr>
      <vt:lpstr>Contents at a glance  about software requirement </vt:lpstr>
      <vt:lpstr>Software Development Life Cycle</vt:lpstr>
      <vt:lpstr>Contents at a glance</vt:lpstr>
      <vt:lpstr>Contents at a glance</vt:lpstr>
      <vt:lpstr>Contents at a glance</vt:lpstr>
      <vt:lpstr>Contents at a glance</vt:lpstr>
      <vt:lpstr>Contents at a glance</vt:lpstr>
      <vt:lpstr>Contents at a glance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The essential of software requirement </dc:title>
  <dc:creator>Huong</dc:creator>
  <cp:lastModifiedBy>NhanDT2</cp:lastModifiedBy>
  <cp:revision>35</cp:revision>
  <dcterms:created xsi:type="dcterms:W3CDTF">2018-04-12T06:52:22Z</dcterms:created>
  <dcterms:modified xsi:type="dcterms:W3CDTF">2022-03-15T03:19:41Z</dcterms:modified>
</cp:coreProperties>
</file>